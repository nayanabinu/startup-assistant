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ink/ink8.xml" ContentType="application/inkml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ink/ink6.xml" ContentType="application/inkml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ink/ink4.xml" ContentType="application/inkml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10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ink/ink9.xml" ContentType="application/inkml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ink/ink7.xml" ContentType="application/inkml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ink/ink3.xml" ContentType="application/inkml+xml"/>
  <Override PartName="/ppt/ink/ink5.xml" ContentType="application/inkml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1"/>
  </p:notesMasterIdLst>
  <p:sldIdLst>
    <p:sldId id="277" r:id="rId2"/>
    <p:sldId id="257" r:id="rId3"/>
    <p:sldId id="258" r:id="rId4"/>
    <p:sldId id="259" r:id="rId5"/>
    <p:sldId id="260" r:id="rId6"/>
    <p:sldId id="288" r:id="rId7"/>
    <p:sldId id="261" r:id="rId8"/>
    <p:sldId id="280" r:id="rId9"/>
    <p:sldId id="282" r:id="rId10"/>
    <p:sldId id="283" r:id="rId11"/>
    <p:sldId id="263" r:id="rId12"/>
    <p:sldId id="264" r:id="rId13"/>
    <p:sldId id="287" r:id="rId14"/>
    <p:sldId id="278" r:id="rId15"/>
    <p:sldId id="286" r:id="rId16"/>
    <p:sldId id="266" r:id="rId17"/>
    <p:sldId id="267" r:id="rId18"/>
    <p:sldId id="268" r:id="rId19"/>
    <p:sldId id="284" r:id="rId2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BD45FC-6FA7-4431-B072-F24F5DA40356}" v="33" dt="2025-07-28T12:06:59.739"/>
  </p1510:revLst>
</p1510:revInfo>
</file>

<file path=ppt/tableStyles.xml><?xml version="1.0" encoding="utf-8"?>
<a:tblStyleLst xmlns:a="http://schemas.openxmlformats.org/drawingml/2006/main" def="{DBE88E0F-E911-41E4-A247-D723DA742652}">
  <a:tblStyle styleId="{DBE88E0F-E911-41E4-A247-D723DA74265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aximized" horzBarState="maximized">
    <p:restoredLeft sz="14890" autoAdjust="0"/>
    <p:restoredTop sz="95016" autoAdjust="0"/>
  </p:normalViewPr>
  <p:slideViewPr>
    <p:cSldViewPr snapToGrid="0">
      <p:cViewPr varScale="1">
        <p:scale>
          <a:sx n="122" d="100"/>
          <a:sy n="122" d="100"/>
        </p:scale>
        <p:origin x="-178" y="-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6T16:01:00.56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136 146 24575,'293'0'0,"-352"2"0,35-1 0,0 0 0,1-1 0,-1-1 0,-29-6 0,44 4 0,1 0 0,0 0 0,0-1 0,1 0 0,-11-7 0,12 7 0,0 0 0,0 1 0,-1-1 0,1 1 0,-1 0 0,0 1 0,0 0 0,-11-2 0,-10 2 0,-38 2 0,474-1 0,-187 3 0,-140-3 0,90 3 0,-115 8 0,-41-7 0,0 0 0,23 1 0,-19-3 0,33 0 0,55 9 0,71 14 0,24 19 0,-153-35 0,-16-1 0,0-3 0,37 2 0,-53-5 0,0 1 0,23 5 0,31 3 0,302-11 0,-371 2 0,0-1 0,1 0 0,-1-1 0,1 1 0,-1 0 0,1-1 0,-1 1 0,0-1 0,1 0 0,-1 0 0,4-2 0,-6 3 0,0 0 0,0 0 0,1-1 0,-1 1 0,0 0 0,0 0 0,1-1 0,-1 1 0,0 0 0,0-1 0,0 1 0,0 0 0,0-1 0,1 1 0,-1 0 0,0-1 0,0 1 0,0 0 0,0-1 0,0 1 0,0 0 0,0-1 0,0 1 0,0-1 0,0 1 0,0 0 0,0-1 0,-1 0 0,-13-14 0,-2 4 0,0 2 0,-21-10 0,-16-9 0,25 11 0,-1 2 0,0 1 0,-1 1 0,-33-9 0,47 19 0,1 1 0,-1 0 0,0 0 0,-26 2 0,23 1 0,1-1 0,0-1 0,-19-4 0,-11-2 0,35 5 0,0 1 0,0-2 0,0 1 0,1-2 0,-17-6 0,71 5 0,199 21 0,-232-15 0,76 10 0,-31-4 0,72 1 0,548-9 0,-648 0 0,45-8 0,-44 4 0,42-1 0,261 7 0,-305 0 0,1 2 0,-1 1 0,40 12 0,21 2 0,-63-13 0,42 15 0,-6-2 0,-13-6 0,-22-4 0,0-2 0,0-1 0,0-1 0,39 1 0,-28-5 0,1 1 0,57 9 0,102 33 0,-170-38 0,51 3 0,-9-1 0,-27 1 0,61 21 0,14 3 0,-83-25 0,-10-2 0,-1-1 0,1-1 0,25 0 0,27 4 0,-73-7 0,-1 0 0,0 0 0,1 0 0,-1 0 0,0 0 0,1 0 0,-1 0 0,0 0 0,1 0 0,-1 0 0,0 0 0,0 0 0,1 0 0,-1 0 0,0-1 0,1 1 0,-1 0 0,0 0 0,1 0 0,-1 0 0,0-1 0,0 1 0,1 0 0,-1 0 0,0 0 0,0-1 0,1 1 0,-1 0 0,0 0 0,0-1 0,0 1 0,0 0 0,0-1 0,1 1 0,-1 0 0,0-1 0,0 1 0,0-1 0,-5-15 0,-15-15 0,20 31 0,-19-24 0,-1 0 0,-2 2 0,0 1 0,-1 0 0,-1 2 0,-43-27 0,66 45 0,-7-4 0,0-1 0,0 1 0,0 0 0,0 1 0,-1 0 0,0 1 0,0-1 0,0 2 0,0-1 0,0 1 0,-1 0 0,-15 0 0,-447 4 0,490 0 0,0 0 0,0 1 0,25 9 0,-5-3 0,251 43 0,-183-35 0,-75-13 0,-1 3 0,35 11 0,-29-8 0,62 10 0,-65-14 0,-1 0 0,53 19 0,-65-19 0,0-2 0,1 0 0,0-1 0,-1-1 0,1-1 0,0-1 0,29-4 0,12 2 0,351 2 0,-874-30 0,-3-35 0,-56-6 0,497 68 0,-558-35 0,528 37 0,26-1 0,59-5 0,0 2 0,0 1 0,1 2 0,42 2 0,-30 0 0,57 0 0,1 4 0,-1 4 0,0 5 0,195 51 0,-202-31 0,46 12 0,-84-30 0,93 12 0,-113-23 0,182 12 0,8-17-1365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6T16:01:29.08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1076 171 24575,'-16'-1'0,"1"-1"0,-1-1 0,1 0 0,0-1 0,0-1 0,-25-11 0,-37-11 0,55 20 0,0-1 0,1-1 0,-35-19 0,29 13 0,-37-14 0,51 26 0,0 0 0,0 0 0,-1 1 0,1 1 0,-20 0 0,-67 7 0,88-4 0,1 0 0,-1 1 0,1 1 0,0 0 0,0 0 0,-12 8 0,13-7 0,0 0 0,0-1 0,0 0 0,-1-1 0,1 0 0,-1 0 0,-12 1 0,-9 0 0,1 1 0,1 2 0,-1 1 0,1 1 0,1 2 0,-36 18 0,63-28 0,1-1 0,-1 1 0,0 0 0,1 0 0,-1 0 0,0 0 0,1 0 0,-1 0 0,1 1 0,0-1 0,-1 0 0,-1 4 0,5 2 0,15-2 0,69 5 0,110 28 0,-148-27 0,0-2 0,0-2 0,1-2 0,60-2 0,-74-1 0,46 7 0,30 1 0,363-11-1365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6T16:01:33.55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726 84 24575,'-40'-2'0,"0"-3"0,1-1 0,-58-16 0,-40-7 0,89 21 0,26 4 0,0 0 0,-29 0 0,-178 5 0,300 0 0,84 10 0,-52-3 0,-65-6 0,57 9 0,-48-4 0,1-3 0,1-2 0,57-5 0,-9 1 0,522 2 0,-604 1 0,0 0 0,-1 2 0,16 3 0,-14-2 0,0-1 0,22 1 0,467-3 0,-246-2 0,-242 2 0,0 1 0,-1 1 0,1 0 0,-1 2 0,30 11 0,32 8 0,-40-15 0,0-2 0,0-1 0,54 0 0,94-7-1365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6T16:01:37.16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1280 20 24494,'-1280'-20'0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6T16:01:41.04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6T16:01:56.68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1569 44 24499,'-1568'0'0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6T16:02:01.68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1116 1 24575,'-12'1'0,"0"0"0,0 1 0,-17 5 0,-3 1 0,-50 13 0,54-13 0,-34 6 0,17-6 0,23-3 0,-1-2 0,-31 1 0,-648-4-1365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6T16:02:05.90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1178 67 24575,'-14'0'0,"-1"-2"0,1 0 0,-1-1 0,1 0 0,0-1 0,0-1 0,1 0 0,0-1 0,-19-11 0,30 16 0,-6-2 0,-1-1 0,0 1 0,0 1 0,-1 0 0,1 0 0,0 1 0,-12-1 0,-72 5 0,36-1 0,-727-2-1365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6T16:02:09.99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1822 0 24575,'-620'0'0,"599"2"0,0 0 0,0 1 0,-41 13 0,-19 3 0,36-11 0,23-4 0,-1 0 0,-31 0 0,-381-4 0,413 1 0,0 1 0,0 2 0,-37 10 0,36-8 0,0-1 0,0 0 0,-30 0 0,25-4 0,4-1 0,1 1 0,-1 0 0,-30 8 0,37-6-1365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6T16:02:16.08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2935 106 24538,'-2935'0'0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5e7d69eaf8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5e7d69eaf8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5e7d69eaf8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5e7d69eaf8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5e7d69eaf8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5e7d69eaf8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6f2d087fa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6f2d087fa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6f2d087fa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6f2d087fa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6f2d087fae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6f2d087fae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707CCE4-86E7-9929-83EE-E8BC21F29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6D025E21-3A0C-6A4B-B6C6-A894AA377E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244B4CAC-6D5B-978E-B641-9E189711FE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7503325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EA574FA-F157-6D60-6562-05243F8B5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F17C27EC-6414-80FC-1037-D0FB6B21D9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26798832-02C2-D31E-BCA1-5F4AE458A4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LITERATURE SURVEY</a:t>
            </a:r>
          </a:p>
        </p:txBody>
      </p:sp>
    </p:spTree>
    <p:extLst>
      <p:ext uri="{BB962C8B-B14F-4D97-AF65-F5344CB8AC3E}">
        <p14:creationId xmlns:p14="http://schemas.microsoft.com/office/powerpoint/2010/main" xmlns="" val="24863832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F7D7713-A9D9-7F21-C14D-6D228C7BF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35D8554F-32FC-2FDC-475B-BC23A4AD56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85E7D2C9-CB0C-9B86-5A6C-4CA9F567AB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LITERATURE SURVEY</a:t>
            </a:r>
          </a:p>
        </p:txBody>
      </p:sp>
    </p:spTree>
    <p:extLst>
      <p:ext uri="{BB962C8B-B14F-4D97-AF65-F5344CB8AC3E}">
        <p14:creationId xmlns:p14="http://schemas.microsoft.com/office/powerpoint/2010/main" xmlns="" val="37254876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5e7d69eaf8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5e7d69eaf8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5e7d69eaf8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5e7d69eaf8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5e7d69eaf8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5e7d69eaf8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xmlns="" id="{DB4D4E1C-D4B0-ED17-E65B-F8A2751FB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5e7d69eaf8_0_106:notes">
            <a:extLst>
              <a:ext uri="{FF2B5EF4-FFF2-40B4-BE49-F238E27FC236}">
                <a16:creationId xmlns:a16="http://schemas.microsoft.com/office/drawing/2014/main" xmlns="" id="{8186A2D7-A4ED-5180-2BCF-DA9EE7E6A9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5e7d69eaf8_0_106:notes">
            <a:extLst>
              <a:ext uri="{FF2B5EF4-FFF2-40B4-BE49-F238E27FC236}">
                <a16:creationId xmlns:a16="http://schemas.microsoft.com/office/drawing/2014/main" xmlns="" id="{8C70C1B3-AF00-45B1-E391-34E62291A7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4. Scheme Advisor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Matches user profile with central/state startup schemes.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Returns eligibility, application steps, and official links.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5. Business Tips Engine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Suggests startup strategies: fundraising, hiring, customer discovery, etc.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6. Document Generator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Auto-generates pitch decks, NDAs, partnership agreements, RTI drafts.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xmlns="" val="17563276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xmlns="" id="{4733F251-490C-5BCC-69A5-6AF53770C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5e7d69eaf8_0_106:notes">
            <a:extLst>
              <a:ext uri="{FF2B5EF4-FFF2-40B4-BE49-F238E27FC236}">
                <a16:creationId xmlns:a16="http://schemas.microsoft.com/office/drawing/2014/main" xmlns="" id="{468E51C1-BA9C-9305-4754-3583CB318B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5e7d69eaf8_0_106:notes">
            <a:extLst>
              <a:ext uri="{FF2B5EF4-FFF2-40B4-BE49-F238E27FC236}">
                <a16:creationId xmlns:a16="http://schemas.microsoft.com/office/drawing/2014/main" xmlns="" id="{32A3DDCB-FA5E-0BD0-7031-E8A1413F1D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xmlns="" val="27781456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5e7d69eaf8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5e7d69eaf8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5e7d69eaf8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5e7d69eaf8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5e7d69eaf8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5e7d69eaf8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xmlns="" id="{156EBBE8-323F-8474-EB6C-3A4356CA3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5e7d69eaf8_0_176:notes">
            <a:extLst>
              <a:ext uri="{FF2B5EF4-FFF2-40B4-BE49-F238E27FC236}">
                <a16:creationId xmlns:a16="http://schemas.microsoft.com/office/drawing/2014/main" xmlns="" id="{2FCDE726-A869-B795-3BE7-4275AD9387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5e7d69eaf8_0_176:notes">
            <a:extLst>
              <a:ext uri="{FF2B5EF4-FFF2-40B4-BE49-F238E27FC236}">
                <a16:creationId xmlns:a16="http://schemas.microsoft.com/office/drawing/2014/main" xmlns="" id="{66104041-A7DD-A3EA-79B2-F2124E40FD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xmlns="" val="1382699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1BAE86EF-0704-4B1D-CAE9-89DFEA2671FB}"/>
              </a:ext>
            </a:extLst>
          </p:cNvPr>
          <p:cNvSpPr txBox="1"/>
          <p:nvPr userDrawn="1"/>
        </p:nvSpPr>
        <p:spPr>
          <a:xfrm>
            <a:off x="1274618" y="0"/>
            <a:ext cx="741218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IN" sz="105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A2EED8C3-B833-CCA7-7719-8257CA7DB6F2}"/>
              </a:ext>
            </a:extLst>
          </p:cNvPr>
          <p:cNvSpPr txBox="1"/>
          <p:nvPr userDrawn="1"/>
        </p:nvSpPr>
        <p:spPr>
          <a:xfrm>
            <a:off x="1427018" y="152400"/>
            <a:ext cx="741218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IN" sz="105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1D63F475-3A5C-9239-FC05-808CF0FE4F09}"/>
              </a:ext>
            </a:extLst>
          </p:cNvPr>
          <p:cNvSpPr txBox="1"/>
          <p:nvPr userDrawn="1"/>
        </p:nvSpPr>
        <p:spPr>
          <a:xfrm>
            <a:off x="838603" y="6967"/>
            <a:ext cx="763385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50" i="1" dirty="0" smtClean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NOVAUX:AI-ASSISTANT</a:t>
            </a:r>
            <a:r>
              <a:rPr lang="en-IN" sz="1050" i="1" baseline="0" dirty="0" smtClean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FOR STARTUPS</a:t>
            </a:r>
            <a:endParaRPr lang="en-IN" sz="1050" i="1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766E83E0-73CA-542D-0AF2-DA65188DFBB6}"/>
              </a:ext>
            </a:extLst>
          </p:cNvPr>
          <p:cNvSpPr txBox="1"/>
          <p:nvPr userDrawn="1"/>
        </p:nvSpPr>
        <p:spPr>
          <a:xfrm>
            <a:off x="644640" y="0"/>
            <a:ext cx="763385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50" b="0" i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STARTUP AI LEGAL ASSISTANT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E3D0F1E-1A70-8FCF-DFE0-A72CF202F8EE}"/>
              </a:ext>
            </a:extLst>
          </p:cNvPr>
          <p:cNvSpPr txBox="1"/>
          <p:nvPr userDrawn="1"/>
        </p:nvSpPr>
        <p:spPr>
          <a:xfrm>
            <a:off x="1357745" y="0"/>
            <a:ext cx="763385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05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TRUSTNET-AI POWERED DECENTRALIZED IDENTITY VERIFICATION AND FRAUD PREVENTION PLATFORM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79EE2124-E14D-C90C-32FB-CEF10D6DFD5A}"/>
              </a:ext>
            </a:extLst>
          </p:cNvPr>
          <p:cNvSpPr txBox="1"/>
          <p:nvPr userDrawn="1"/>
        </p:nvSpPr>
        <p:spPr>
          <a:xfrm>
            <a:off x="1357745" y="0"/>
            <a:ext cx="763385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05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TRUSTNET-AI POWERED DECENTRALIZED IDENTITY VERIFICATION AND FRAUD PREVENTION PLATFORM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57595EBC-FDFF-1592-47B7-902F4CA0CDB5}"/>
              </a:ext>
            </a:extLst>
          </p:cNvPr>
          <p:cNvSpPr txBox="1"/>
          <p:nvPr userDrawn="1"/>
        </p:nvSpPr>
        <p:spPr>
          <a:xfrm>
            <a:off x="1357745" y="0"/>
            <a:ext cx="763385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05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TRUSTNET-AI POWERED DECENTRALIZED IDENTITY VERIFICATION AND FRAUD PREVENTION PLATFORM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92F1750B-3EDF-198B-8A2B-DC50C410AD71}"/>
              </a:ext>
            </a:extLst>
          </p:cNvPr>
          <p:cNvSpPr txBox="1"/>
          <p:nvPr userDrawn="1"/>
        </p:nvSpPr>
        <p:spPr>
          <a:xfrm>
            <a:off x="1357745" y="0"/>
            <a:ext cx="763385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05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TRUSTNET-AI POWERED DECENTRALIZED IDENTITY VERIFICATION AND FRAUD PREVENTION PLATFORM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18C09281-6756-BEBF-1DEB-E5CFCB59FA94}"/>
              </a:ext>
            </a:extLst>
          </p:cNvPr>
          <p:cNvSpPr txBox="1"/>
          <p:nvPr userDrawn="1"/>
        </p:nvSpPr>
        <p:spPr>
          <a:xfrm>
            <a:off x="1357745" y="0"/>
            <a:ext cx="763385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05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TRUSTNET-AI POWERED DECENTRALIZED IDENTITY VERIFICATION AND FRAUD PREVENTION PLATFORM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A75BD8A8-E061-DF1A-45E0-03A773029131}"/>
              </a:ext>
            </a:extLst>
          </p:cNvPr>
          <p:cNvSpPr txBox="1"/>
          <p:nvPr userDrawn="1"/>
        </p:nvSpPr>
        <p:spPr>
          <a:xfrm>
            <a:off x="3477490" y="0"/>
            <a:ext cx="763385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050" i="1" dirty="0" smtClean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NOVAUX:AI-ASSISTANT</a:t>
            </a:r>
            <a:r>
              <a:rPr lang="en-IN" sz="1050" i="1" baseline="0" dirty="0" smtClean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FOR  STARTUPS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E2CCBE3-9D20-7D6C-B43E-A80FE7BB5EE7}"/>
              </a:ext>
            </a:extLst>
          </p:cNvPr>
          <p:cNvSpPr txBox="1"/>
          <p:nvPr userDrawn="1"/>
        </p:nvSpPr>
        <p:spPr>
          <a:xfrm>
            <a:off x="2992582" y="4869873"/>
            <a:ext cx="391390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</a:t>
            </a:r>
            <a:r>
              <a:rPr lang="en-IN" sz="1050" dirty="0" err="1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Engineering,SSET</a:t>
            </a:r>
            <a:endParaRPr lang="en-IN" sz="105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C2AB559C-D7E6-E9DE-BC2E-7BE73B153237}"/>
              </a:ext>
            </a:extLst>
          </p:cNvPr>
          <p:cNvSpPr txBox="1"/>
          <p:nvPr userDrawn="1"/>
        </p:nvSpPr>
        <p:spPr>
          <a:xfrm>
            <a:off x="122843" y="4869873"/>
            <a:ext cx="14981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29-07-2025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6.xml"/><Relationship Id="rId18" Type="http://schemas.openxmlformats.org/officeDocument/2006/relationships/image" Target="../media/image9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17" Type="http://schemas.openxmlformats.org/officeDocument/2006/relationships/customXml" Target="../ink/ink8.xml"/><Relationship Id="rId2" Type="http://schemas.openxmlformats.org/officeDocument/2006/relationships/image" Target="../media/image1.jpe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5.png"/><Relationship Id="rId19" Type="http://schemas.openxmlformats.org/officeDocument/2006/relationships/customXml" Target="../ink/ink9.xml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Relationship Id="rId22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oi.org/10.1186/s13731-024-00436-x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xmlns="" id="{E881C011-5FE7-7AF7-E6F9-EC2C715A9579}"/>
              </a:ext>
            </a:extLst>
          </p:cNvPr>
          <p:cNvSpPr txBox="1"/>
          <p:nvPr/>
        </p:nvSpPr>
        <p:spPr>
          <a:xfrm>
            <a:off x="510886" y="1857608"/>
            <a:ext cx="8215353" cy="869918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065" marR="5080" algn="ctr">
              <a:lnSpc>
                <a:spcPts val="3190"/>
              </a:lnSpc>
              <a:spcBef>
                <a:spcPts val="340"/>
              </a:spcBef>
            </a:pPr>
            <a:r>
              <a:rPr lang="en-IN" sz="3600" b="1" dirty="0" smtClean="0">
                <a:latin typeface="Times New Roman"/>
                <a:cs typeface="Times New Roman"/>
              </a:rPr>
              <a:t>NOVAUX : AI-ASSISTANT FOR STARTUPS</a:t>
            </a:r>
            <a:endParaRPr sz="3600" b="1" dirty="0">
              <a:latin typeface="Times New Roman"/>
              <a:cs typeface="Times New Roman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xmlns="" id="{BE7813A1-5212-A0EB-8FD9-EBC3C3DF9DB2}"/>
              </a:ext>
            </a:extLst>
          </p:cNvPr>
          <p:cNvSpPr txBox="1"/>
          <p:nvPr/>
        </p:nvSpPr>
        <p:spPr>
          <a:xfrm>
            <a:off x="319667" y="3285892"/>
            <a:ext cx="4757998" cy="14106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Project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Guide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spc="-50" dirty="0">
                <a:latin typeface="Times New Roman"/>
                <a:cs typeface="Times New Roman"/>
              </a:rPr>
              <a:t>:</a:t>
            </a:r>
            <a:endParaRPr sz="1800" dirty="0">
              <a:latin typeface="Times New Roman"/>
              <a:cs typeface="Times New Roman"/>
            </a:endParaRPr>
          </a:p>
          <a:p>
            <a:pPr marL="12700" marR="2234565">
              <a:spcBef>
                <a:spcPts val="80"/>
              </a:spcBef>
            </a:pPr>
            <a:r>
              <a:rPr sz="1800" dirty="0">
                <a:latin typeface="Times New Roman"/>
                <a:cs typeface="Times New Roman"/>
              </a:rPr>
              <a:t>M</a:t>
            </a:r>
            <a:r>
              <a:rPr lang="en-IN" sz="1800" dirty="0" err="1">
                <a:latin typeface="Times New Roman"/>
                <a:cs typeface="Times New Roman"/>
              </a:rPr>
              <a:t>s.Hafeesa</a:t>
            </a:r>
            <a:r>
              <a:rPr lang="en-IN" sz="1800" dirty="0">
                <a:latin typeface="Times New Roman"/>
                <a:cs typeface="Times New Roman"/>
              </a:rPr>
              <a:t> </a:t>
            </a:r>
            <a:r>
              <a:rPr lang="en-IN" sz="1800" dirty="0" err="1">
                <a:latin typeface="Times New Roman"/>
                <a:cs typeface="Times New Roman"/>
              </a:rPr>
              <a:t>M.Habeeb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Assistant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Professor</a:t>
            </a:r>
            <a:endParaRPr sz="1800" dirty="0">
              <a:latin typeface="Times New Roman"/>
              <a:cs typeface="Times New Roman"/>
            </a:endParaRPr>
          </a:p>
          <a:p>
            <a:pPr marL="12700"/>
            <a:r>
              <a:rPr sz="1800" dirty="0">
                <a:latin typeface="Times New Roman"/>
                <a:cs typeface="Times New Roman"/>
              </a:rPr>
              <a:t>Department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</a:t>
            </a:r>
            <a:r>
              <a:rPr lang="en-IN" sz="1800" dirty="0">
                <a:latin typeface="Times New Roman"/>
                <a:cs typeface="Times New Roman"/>
              </a:rPr>
              <a:t>SE</a:t>
            </a:r>
            <a:endParaRPr sz="1800" dirty="0">
              <a:latin typeface="Times New Roman"/>
              <a:cs typeface="Times New Roman"/>
            </a:endParaRPr>
          </a:p>
          <a:p>
            <a:pPr marL="12700"/>
            <a:r>
              <a:rPr sz="1800" spc="-20" dirty="0">
                <a:latin typeface="Times New Roman"/>
                <a:cs typeface="Times New Roman"/>
              </a:rPr>
              <a:t>SSET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xmlns="" id="{86E1B73D-6E27-ABF7-DCCA-F14D04E3BF4D}"/>
              </a:ext>
            </a:extLst>
          </p:cNvPr>
          <p:cNvSpPr txBox="1"/>
          <p:nvPr/>
        </p:nvSpPr>
        <p:spPr>
          <a:xfrm>
            <a:off x="5448825" y="3211593"/>
            <a:ext cx="4029307" cy="1749453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 indent="20955">
              <a:spcBef>
                <a:spcPts val="220"/>
              </a:spcBef>
            </a:pPr>
            <a:r>
              <a:rPr sz="1800" b="1" dirty="0">
                <a:latin typeface="Times New Roman"/>
                <a:cs typeface="Times New Roman"/>
              </a:rPr>
              <a:t>Presented</a:t>
            </a:r>
            <a:r>
              <a:rPr sz="1800" b="1" spc="-7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by: </a:t>
            </a:r>
            <a:endParaRPr lang="en-IN" sz="1800" b="1" spc="-25" dirty="0">
              <a:latin typeface="Times New Roman"/>
              <a:cs typeface="Times New Roman"/>
            </a:endParaRPr>
          </a:p>
          <a:p>
            <a:pPr marL="12700" marR="5080" indent="20955">
              <a:spcBef>
                <a:spcPts val="220"/>
              </a:spcBef>
            </a:pPr>
            <a:r>
              <a:rPr lang="en-IN" sz="1800" spc="-25" dirty="0">
                <a:latin typeface="Times New Roman"/>
                <a:cs typeface="Times New Roman"/>
              </a:rPr>
              <a:t>Marvin Michael SCM22CS141</a:t>
            </a:r>
          </a:p>
          <a:p>
            <a:pPr marL="12700" marR="5080" indent="20955">
              <a:spcBef>
                <a:spcPts val="220"/>
              </a:spcBef>
            </a:pPr>
            <a:r>
              <a:rPr lang="en-IN" sz="1800" spc="-25" dirty="0">
                <a:latin typeface="Times New Roman"/>
                <a:cs typeface="Times New Roman"/>
              </a:rPr>
              <a:t>Navaneeth Krishna K </a:t>
            </a:r>
            <a:r>
              <a:rPr lang="en-IN" sz="1800" spc="-25" dirty="0" err="1">
                <a:latin typeface="Times New Roman"/>
                <a:cs typeface="Times New Roman"/>
              </a:rPr>
              <a:t>K</a:t>
            </a:r>
            <a:r>
              <a:rPr lang="en-IN" sz="1800" spc="-25" dirty="0">
                <a:latin typeface="Times New Roman"/>
                <a:cs typeface="Times New Roman"/>
              </a:rPr>
              <a:t> SCM22CS153</a:t>
            </a:r>
          </a:p>
          <a:p>
            <a:pPr marL="12700" marR="5080" indent="20955">
              <a:spcBef>
                <a:spcPts val="220"/>
              </a:spcBef>
            </a:pPr>
            <a:r>
              <a:rPr lang="en-IN" sz="1800" spc="-25" dirty="0">
                <a:latin typeface="Times New Roman"/>
                <a:cs typeface="Times New Roman"/>
              </a:rPr>
              <a:t>Nayana Binu </a:t>
            </a:r>
            <a:r>
              <a:rPr lang="en-IN" sz="1800" spc="-25" dirty="0" err="1">
                <a:latin typeface="Times New Roman"/>
                <a:cs typeface="Times New Roman"/>
              </a:rPr>
              <a:t>Plachikattil</a:t>
            </a:r>
            <a:r>
              <a:rPr lang="en-IN" sz="1800" spc="-25" dirty="0">
                <a:latin typeface="Times New Roman"/>
                <a:cs typeface="Times New Roman"/>
              </a:rPr>
              <a:t> SCM22CS156</a:t>
            </a:r>
          </a:p>
          <a:p>
            <a:pPr marL="12700" marR="5080" indent="20955">
              <a:spcBef>
                <a:spcPts val="220"/>
              </a:spcBef>
            </a:pPr>
            <a:r>
              <a:rPr lang="en-IN" sz="1800" spc="-10" dirty="0">
                <a:latin typeface="Times New Roman"/>
                <a:cs typeface="Times New Roman"/>
              </a:rPr>
              <a:t>Neha S Ramadi SCM22CS158</a:t>
            </a:r>
            <a:endParaRPr lang="en-IN" sz="1800" dirty="0">
              <a:latin typeface="Times New Roman"/>
              <a:cs typeface="Times New Roman"/>
            </a:endParaRPr>
          </a:p>
          <a:p>
            <a:pPr marL="12700" marR="5080" indent="20955">
              <a:lnSpc>
                <a:spcPts val="1600"/>
              </a:lnSpc>
              <a:spcBef>
                <a:spcPts val="220"/>
              </a:spcBef>
            </a:pPr>
            <a:endParaRPr sz="1800" dirty="0">
              <a:latin typeface="Times New Roman"/>
              <a:cs typeface="Times New Roman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xmlns="" id="{55614411-BD32-438F-C7F4-D4ED8951C8E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00" y="0"/>
            <a:ext cx="1104899" cy="1009650"/>
          </a:xfrm>
          <a:prstGeom prst="rect">
            <a:avLst/>
          </a:prstGeom>
        </p:spPr>
      </p:pic>
      <p:sp>
        <p:nvSpPr>
          <p:cNvPr id="10" name="object 10">
            <a:extLst>
              <a:ext uri="{FF2B5EF4-FFF2-40B4-BE49-F238E27FC236}">
                <a16:creationId xmlns:a16="http://schemas.microsoft.com/office/drawing/2014/main" xmlns="" id="{E1AAB9A1-1503-25FF-AB22-56CDB821C4C7}"/>
              </a:ext>
            </a:extLst>
          </p:cNvPr>
          <p:cNvSpPr txBox="1">
            <a:spLocks/>
          </p:cNvSpPr>
          <p:nvPr/>
        </p:nvSpPr>
        <p:spPr>
          <a:xfrm>
            <a:off x="8752585" y="4781594"/>
            <a:ext cx="229489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07950"/>
            <a:fld id="{81D60167-4931-47E6-BA6A-407CBD079E47}" type="slidenum">
              <a:rPr lang="en-IN" sz="1200" spc="-50" smtClean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marL="107950"/>
              <a:t>1</a:t>
            </a:fld>
            <a:endParaRPr lang="en-IN" sz="1200" spc="-5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xmlns="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FC8681D-E114-6ADB-A033-F1207AE82DFC}"/>
                  </a:ext>
                </a:extLst>
              </p14:cNvPr>
              <p14:cNvContentPartPr/>
              <p14:nvPr/>
            </p14:nvContentPartPr>
            <p14:xfrm>
              <a:off x="1474785" y="103660"/>
              <a:ext cx="2079360" cy="1152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BFC8681D-E114-6ADB-A033-F1207AE82DF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11785" y="40660"/>
                <a:ext cx="220500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096DA4B-A129-224E-A909-F52F8539FB3A}"/>
                  </a:ext>
                </a:extLst>
              </p14:cNvPr>
              <p14:cNvContentPartPr/>
              <p14:nvPr/>
            </p14:nvContentPartPr>
            <p14:xfrm>
              <a:off x="3322305" y="124305"/>
              <a:ext cx="469800" cy="993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9096DA4B-A129-224E-A909-F52F8539FB3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59305" y="61665"/>
                <a:ext cx="59544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7F6E4C5-C7FF-878D-3BC4-E40C6A34D2A5}"/>
                  </a:ext>
                </a:extLst>
              </p14:cNvPr>
              <p14:cNvContentPartPr/>
              <p14:nvPr/>
            </p14:nvContentPartPr>
            <p14:xfrm>
              <a:off x="3693825" y="140865"/>
              <a:ext cx="1056960" cy="529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07F6E4C5-C7FF-878D-3BC4-E40C6A34D2A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631185" y="77865"/>
                <a:ext cx="118260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06FD348-C4B3-62F8-1FEC-9B190F850A3C}"/>
                  </a:ext>
                </a:extLst>
              </p14:cNvPr>
              <p14:cNvContentPartPr/>
              <p14:nvPr/>
            </p14:nvContentPartPr>
            <p14:xfrm>
              <a:off x="4616505" y="163545"/>
              <a:ext cx="461160" cy="75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406FD348-C4B3-62F8-1FEC-9B190F850A3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553505" y="100545"/>
                <a:ext cx="586800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B582793-840E-6784-60D3-A3820C5107DE}"/>
                  </a:ext>
                </a:extLst>
              </p14:cNvPr>
              <p14:cNvContentPartPr/>
              <p14:nvPr/>
            </p14:nvContentPartPr>
            <p14:xfrm>
              <a:off x="4556745" y="141225"/>
              <a:ext cx="360" cy="3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8B582793-840E-6784-60D3-A3820C5107D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494105" y="78225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D62D9EA-6B8E-0A1E-EB50-318E0DA5A2BA}"/>
                  </a:ext>
                </a:extLst>
              </p14:cNvPr>
              <p14:cNvContentPartPr/>
              <p14:nvPr/>
            </p14:nvContentPartPr>
            <p14:xfrm>
              <a:off x="4787505" y="148065"/>
              <a:ext cx="565200" cy="7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7D62D9EA-6B8E-0A1E-EB50-318E0DA5A2B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724865" y="22785"/>
                <a:ext cx="69084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5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82ECDF55-8564-6C2A-BEDC-0CF98739DC2F}"/>
                  </a:ext>
                </a:extLst>
              </p14:cNvPr>
              <p14:cNvContentPartPr/>
              <p14:nvPr/>
            </p14:nvContentPartPr>
            <p14:xfrm>
              <a:off x="5448825" y="118905"/>
              <a:ext cx="401760" cy="302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82ECDF55-8564-6C2A-BEDC-0CF98739DC2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386185" y="56265"/>
                <a:ext cx="52740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7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ED767888-1B5C-96B4-B0F0-17A582A9162B}"/>
                  </a:ext>
                </a:extLst>
              </p14:cNvPr>
              <p14:cNvContentPartPr/>
              <p14:nvPr/>
            </p14:nvContentPartPr>
            <p14:xfrm>
              <a:off x="5969385" y="154185"/>
              <a:ext cx="424440" cy="2448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ED767888-1B5C-96B4-B0F0-17A582A9162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906385" y="91185"/>
                <a:ext cx="55008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9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D7C1E0E-63AB-1068-D50E-4B106B92FDB8}"/>
                  </a:ext>
                </a:extLst>
              </p14:cNvPr>
              <p14:cNvContentPartPr/>
              <p14:nvPr/>
            </p14:nvContentPartPr>
            <p14:xfrm>
              <a:off x="6354225" y="126465"/>
              <a:ext cx="656280" cy="432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5D7C1E0E-63AB-1068-D50E-4B106B92FDB8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291225" y="63465"/>
                <a:ext cx="78192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21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F3EDF01F-8F2A-5367-AB04-BAB492B70FF4}"/>
                  </a:ext>
                </a:extLst>
              </p14:cNvPr>
              <p14:cNvContentPartPr/>
              <p14:nvPr/>
            </p14:nvContentPartPr>
            <p14:xfrm>
              <a:off x="7113465" y="103425"/>
              <a:ext cx="1056600" cy="72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F3EDF01F-8F2A-5367-AB04-BAB492B70FF4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050465" y="-21855"/>
                <a:ext cx="1182240" cy="252000"/>
              </a:xfrm>
              <a:prstGeom prst="rect">
                <a:avLst/>
              </a:prstGeom>
            </p:spPr>
          </p:pic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8A0187B2-E677-DD46-2715-B983762EC6BC}"/>
              </a:ext>
            </a:extLst>
          </p:cNvPr>
          <p:cNvSpPr txBox="1"/>
          <p:nvPr/>
        </p:nvSpPr>
        <p:spPr>
          <a:xfrm>
            <a:off x="880925" y="8535"/>
            <a:ext cx="8259275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9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SCMS SCHOOL OF ENGINEERING AND TECHNOLOGY</a:t>
            </a:r>
          </a:p>
          <a:p>
            <a:pPr algn="ctr"/>
            <a:r>
              <a:rPr lang="en-IN" sz="19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ctr"/>
            <a:endParaRPr lang="en-IN" sz="19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78502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93476" y="3232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00" b="1" dirty="0">
                <a:latin typeface="Times New Roman"/>
                <a:ea typeface="Times New Roman"/>
                <a:cs typeface="Times New Roman"/>
                <a:sym typeface="Times New Roman"/>
              </a:rPr>
              <a:t>       CONTENTS</a:t>
            </a:r>
            <a:endParaRPr sz="36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subTitle" idx="4294967295"/>
          </p:nvPr>
        </p:nvSpPr>
        <p:spPr>
          <a:xfrm>
            <a:off x="0" y="1624013"/>
            <a:ext cx="8521700" cy="29098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                    </a:t>
            </a:r>
            <a:r>
              <a:rPr lang="en" dirty="0">
                <a:solidFill>
                  <a:schemeClr val="dk1"/>
                </a:solidFill>
              </a:rPr>
              <a:t>   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009" y="0"/>
            <a:ext cx="1104900" cy="10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8D8F15E2-337F-12E2-8AEC-BD3C8190A8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lang="e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436CA44-DA9B-95E3-1ADD-41DA00CAB905}"/>
              </a:ext>
            </a:extLst>
          </p:cNvPr>
          <p:cNvSpPr txBox="1"/>
          <p:nvPr/>
        </p:nvSpPr>
        <p:spPr>
          <a:xfrm>
            <a:off x="559182" y="1009650"/>
            <a:ext cx="7403335" cy="3824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5100" indent="-152400" algn="just">
              <a:spcBef>
                <a:spcPts val="105"/>
              </a:spcBef>
              <a:buChar char="•"/>
              <a:tabLst>
                <a:tab pos="165100" algn="l"/>
              </a:tabLst>
            </a:pPr>
            <a:r>
              <a:rPr lang="en-IN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165100" indent="-152400" algn="just">
              <a:spcBef>
                <a:spcPts val="105"/>
              </a:spcBef>
              <a:buChar char="•"/>
              <a:tabLst>
                <a:tab pos="165100" algn="l"/>
              </a:tabLst>
            </a:pPr>
            <a:r>
              <a:rPr lang="en-IN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the project</a:t>
            </a:r>
          </a:p>
          <a:p>
            <a:pPr marL="165100" indent="-152400" algn="just">
              <a:spcBef>
                <a:spcPts val="105"/>
              </a:spcBef>
              <a:buChar char="•"/>
              <a:tabLst>
                <a:tab pos="165100" algn="l"/>
              </a:tabLst>
            </a:pPr>
            <a:r>
              <a:rPr lang="en-IN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of the project</a:t>
            </a:r>
          </a:p>
          <a:p>
            <a:pPr marL="165100" indent="-152400" algn="just">
              <a:spcBef>
                <a:spcPts val="105"/>
              </a:spcBef>
              <a:buChar char="•"/>
              <a:tabLst>
                <a:tab pos="16510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and considerations</a:t>
            </a:r>
          </a:p>
          <a:p>
            <a:pPr marL="164465" indent="-151765" algn="just">
              <a:buChar char="•"/>
              <a:tabLst>
                <a:tab pos="164465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lang="en-IN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survey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100" indent="-152400" algn="just">
              <a:buChar char="•"/>
              <a:tabLst>
                <a:tab pos="16510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IN"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100" indent="-152400" algn="just">
              <a:buChar char="•"/>
              <a:tabLst>
                <a:tab pos="165100" algn="l"/>
              </a:tabLst>
            </a:pPr>
            <a:r>
              <a:rPr lang="en-IN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165100" indent="-152400" algn="just">
              <a:buChar char="•"/>
              <a:tabLst>
                <a:tab pos="165100" algn="l"/>
              </a:tabLst>
            </a:pPr>
            <a:r>
              <a:rPr lang="en-IN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</a:p>
          <a:p>
            <a:pPr marL="165100" indent="-152400" algn="just">
              <a:buChar char="•"/>
              <a:tabLst>
                <a:tab pos="165100" algn="l"/>
              </a:tabLst>
            </a:pPr>
            <a:r>
              <a:rPr lang="en-IN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and details</a:t>
            </a:r>
          </a:p>
          <a:p>
            <a:pPr marL="165100" indent="-152400" algn="just">
              <a:buChar char="•"/>
              <a:tabLst>
                <a:tab pos="165100" algn="l"/>
              </a:tabLst>
            </a:pPr>
            <a:r>
              <a:rPr lang="en-IN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Roadmap of the project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4465" indent="-151765" algn="just">
              <a:buChar char="•"/>
              <a:tabLst>
                <a:tab pos="164465" algn="l"/>
              </a:tabLst>
            </a:pPr>
            <a:r>
              <a:rPr lang="en-IN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ctrTitle"/>
          </p:nvPr>
        </p:nvSpPr>
        <p:spPr>
          <a:xfrm>
            <a:off x="1036319" y="335279"/>
            <a:ext cx="7619683" cy="91365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 b="1" dirty="0">
                <a:latin typeface="Times New Roman"/>
                <a:ea typeface="Times New Roman"/>
                <a:cs typeface="Times New Roman"/>
                <a:sym typeface="Times New Roman"/>
              </a:rPr>
              <a:t>  INTRODUCTION</a:t>
            </a:r>
            <a:endParaRPr sz="36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268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98" y="0"/>
            <a:ext cx="1104900" cy="10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ubtitle 1">
            <a:extLst>
              <a:ext uri="{FF2B5EF4-FFF2-40B4-BE49-F238E27FC236}">
                <a16:creationId xmlns:a16="http://schemas.microsoft.com/office/drawing/2014/main" xmlns="" id="{33620340-05F4-0242-2DC5-4D40F3A5690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64197" y="1042457"/>
            <a:ext cx="8391806" cy="372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India’s startup ecosystem is among the fastest-growing in the world, with over 26,000 ventures launched. Yet, nearly 90% of these startups fail within five years, with regulatory non-compliance being a major, often underestimated cause (IBM Institute &amp; Oxford Economics, 2017).</a:t>
            </a:r>
          </a:p>
          <a:p>
            <a:pPr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founders face unclear legal frameworks, evolving regulations, and limited access to affordable legal expertise — exposing their ventures to legal penalties, stalled operations, and investor hesitation. </a:t>
            </a:r>
          </a:p>
          <a:p>
            <a:pPr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legal support is essential for early-stage startups. It helps avoid costly mistakes, resolve disputes, secure investor trust, and protect intellectual property.</a:t>
            </a:r>
          </a:p>
          <a:p>
            <a:pPr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than just protection, it lays the foundation for sustainable growth and long-term success. There is a growing need for accessible, intelligent, and proactive legal support tailored to the realities of India’s startup landscape.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4D116830-C9A4-17D1-18CC-A8B93E93305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ctrTitle"/>
          </p:nvPr>
        </p:nvSpPr>
        <p:spPr>
          <a:xfrm>
            <a:off x="1165850" y="0"/>
            <a:ext cx="7666500" cy="139018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3600" b="1" dirty="0">
                <a:latin typeface="Times New Roman"/>
                <a:ea typeface="Times New Roman"/>
                <a:cs typeface="Times New Roman"/>
                <a:sym typeface="Times New Roman"/>
              </a:rPr>
              <a:t>OBJECTIVE OF THE PROJECT</a:t>
            </a:r>
            <a:endParaRPr sz="36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36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50" y="0"/>
            <a:ext cx="1104900" cy="10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ubtitle 1">
            <a:extLst>
              <a:ext uri="{FF2B5EF4-FFF2-40B4-BE49-F238E27FC236}">
                <a16:creationId xmlns:a16="http://schemas.microsoft.com/office/drawing/2014/main" xmlns="" id="{6E7C099C-9506-E467-8E79-665C7D7D11D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23227" y="1213863"/>
            <a:ext cx="8623611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To develop an 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AI-driven 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assistant that seamlessly integrates large language models, semantic document retrieval, and predictive analytics to simplify legal compliance, regulatory interpretation, and strategic decision-making for startups.</a:t>
            </a:r>
          </a:p>
          <a:p>
            <a:pPr algn="just">
              <a:buFont typeface="Arial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platform further enhances operational efficiency by providing personalized scheme matching and generating essential legal documents through a unified, text-based interface.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6400EBE7-4C3C-8235-4369-12528F57AC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ctrTitle"/>
          </p:nvPr>
        </p:nvSpPr>
        <p:spPr>
          <a:xfrm>
            <a:off x="973289" y="86683"/>
            <a:ext cx="7666500" cy="13174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 sz="3600" b="1" noProof="0" dirty="0"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MOTIVATION OF THE PROJECT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lang="en-IN" sz="3600" b="1" noProof="0" dirty="0"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97" y="0"/>
            <a:ext cx="1104900" cy="10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ubtitle 1">
            <a:extLst>
              <a:ext uri="{FF2B5EF4-FFF2-40B4-BE49-F238E27FC236}">
                <a16:creationId xmlns:a16="http://schemas.microsoft.com/office/drawing/2014/main" xmlns="" id="{39F847DA-9C24-7466-D444-0F3EDAEE230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78436" y="1072642"/>
            <a:ext cx="7490332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buFont typeface="Arial" pitchFamily="34" charset="0"/>
              <a:buChar char="•"/>
            </a:pP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Startups are economic growth engines – contributing ~4–5% of India’s GDP and playing a key role in the $5 trillion economy </a:t>
            </a: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vision</a:t>
            </a:r>
          </a:p>
          <a:p>
            <a:pPr algn="l">
              <a:buFont typeface="Arial" pitchFamily="34" charset="0"/>
              <a:buChar char="•"/>
            </a:pPr>
            <a:endParaRPr lang="en-US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buFont typeface="Arial" pitchFamily="34" charset="0"/>
              <a:buChar char="•"/>
            </a:pP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Regulatory complexity is a major barrier – with 1,536 business-related laws and oversight from 42 </a:t>
            </a: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ministries/departments.</a:t>
            </a:r>
          </a:p>
          <a:p>
            <a:pPr algn="l">
              <a:buFont typeface="Arial" pitchFamily="34" charset="0"/>
              <a:buChar char="•"/>
            </a:pPr>
            <a:endParaRPr lang="en-US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buFont typeface="Arial" pitchFamily="34" charset="0"/>
              <a:buChar char="•"/>
            </a:pP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Legal &amp; compliance issues cause avoidable failures – </a:t>
            </a:r>
            <a:r>
              <a:rPr lang="en-US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19</a:t>
            </a:r>
            <a:r>
              <a:rPr lang="en-US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% of startup failures</a:t>
            </a: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are due to legal challenges, making it one of the top preventable causes where an AI-powered legal assistant can directly help.</a:t>
            </a:r>
            <a:endParaRPr lang="en-U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73C8D0F9-115B-1D47-DC7E-9E07F1FFB3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latin typeface="Times New Roman" pitchFamily="18" charset="0"/>
                <a:cs typeface="Times New Roman" pitchFamily="18" charset="0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lang="en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674" name="AutoShape 2" descr="data:image/png;charset=utf-8;base64,iVBORw0KGgoAAAANSUhEUgAAA+gAAAJYCAYAAADxHswlAAAAOXRFWHRTb2Z0d2FyZQBNYXRwbG90bGliIHZlcnNpb24zLjguNCwgaHR0cHM6Ly9tYXRwbG90bGliLm9yZy8fJSN1AAAACXBIWXMAAA9hAAAPYQGoP6dpAADqBklEQVR4nOzdeVxO6f8/8Ne527SnpETJVooWVIMMWWayNRifaSyD0Ni3sY4xyDb2nWHGboaxMxiMrcbI2CKMydZIlqYIJUJ1n98ffp1vt3Y6577l9Xw87gfdZ7vO6VXd73Oucx1BFEURRERERERERKRVKm03gIiIiIiIiIhYoBMRERERERHpBBboRERERERERDqABToRERERERGRDmCBTkRERERERKQDWKATERERERER6QAW6EREREREREQ6gAU6ERERERERkQ5ggU5ERERERESkA1igExEREREREekAFuhEREREREREOoAFOhEREREREZEOYIFOREREREREpANYoBMRERERERHpABboREREVKqEhIRAEAQIgoCAgACNadnvC4KAtWvXaqV9VDp9/fXXUra2bt2q7eYoYuDAgdI+HzhwQNvNISoVWKATEVGJiIiIKLD4efToEfz8/KTpKpUKy5Yt005j83Hnzh0MGzYMtWrVgqmpKYyMjGBvbw8PDw98/vnnmD59Oh49eqSxTFhYmLRPzs7Oird57dq1Gsdd1wUEBGi0N79XXFyctpuq03KehMj5MjIygoODAwIDA7FmzRqo1WptN/W9cO/ePSxatAgAUK1aNXTs2FGa9vDhQ6xZswY9evSAt7c37O3tYWBgAGtrazRq1AiLFy/Gy5cv8133oUOH8Mknn6B8+fIwNDRExYoV0alTJ5w9ezbXvJmZmdi5cyeGDh2K+vXrw8nJCWXKlIGZmRk8PT0xZswYJCUl5Vru7t27WLZsGTp16gQPDw/Y2trCwMAAtra2aNGiBdavXw9RFHMtN3z4cOjp6QEAvvnmmzznIaJiEomIiEpAeHi4CEB6rVmzRpqWlJQkenl5SdNUKpW4evVq7TU2D1FRUaKlpaXGPuT1On/+vMZyEydOlKZVrlxZ8XavWbNGo326rkmTJoUeYwDizZs333gb+/fvF2fPni3Onj1b3LRpk8a0/DL6runRo0eRjmOXLl203dT3wuDBg6VjPn/+fI1pv/zyS6HfJz8/P/HJkye51jt+/Ph8l1GpVOKKFSs05k9ISCh0W7a2tuLff/+tsdz06dMLXS4oKEjMzMzM1cZPPvlEmmf79u1vfzCJ3nP6b1zZExERFcF///2H5s2b459//gEA6OnpYf369ejSpYuWW6ZpwIABSElJAQCYmpri888/R9WqVZGRkYHr16/jzz//xO3bt7Xcyv+TmpoKCwsLbTfjrZQtWxbffPNNntOsra3feL0tW7ZEy5Yt33j5kvTkyROYm5vLvp3Zs2dDrVbj1q1b+Omnn/DkyRMAwMaNGzFmzBh4enrK3ob3VXp6OtavXw8AUKlUCA4OznO+smXLolWrVnBzc0NiYiJ++ukn6XfO6dOnMWPGDEydOlWaf8+ePZgyZYr0dcuWLdGoUSP89ttv+Ouvv6BWq9G/f3/4+PjA29tbY1sGBgZo0aIFfH19kZGRga1bt+LGjRsAgPv376Nv3744fvx4rjba29ujdevWqFq1KuLi4vDzzz/j+fPnUnvWrFmD0NBQjWU6deqE3bt3AwB++OEHfPrpp8U5fET0Om2fISAiotIhryvot2/fFl1cXKT3DAwMxG3btuW5/PPnz8XFixeLH374oVi2bFnRwMBAtLe3F//3v/+JJ06c0Jh3woQJ0jorVaokZmVlaUz/+++/Ndpy8uTJAtuekpKiMf/atWvznO/06dPi/fv389zfvF7ZV2j//fdfcejQoWKjRo3ESpUqiSYmJqKhoaHo4OAgtm3bVty9e3eubb1+Zfzp06fiN998I1apUkXU19cX27VrV+j2J06cKIpiwVf5b968qbFMeHi4NO315R49eiQOGTJErFixomhoaCi6ubmJixcvFtVqdYHHN6ecV9CL0uMgPDxc7NWrl1inTh3R3t5eNDQ0FI2NjcVq1aqJISEh4sWLF3Mtk/PqcpMmTTSm5fX9Kclj9ODBA3HAgAFixYoVRZVKpXE1NSUlRfzuu+9EPz8/0cLCQjQwMBAdHR3FHj165LqiWZjXr6DntGzZMo1pv/zyS67li/PzJoqimJycLI4aNUps1qyZWLlyZdHMzEw0MDAQy5cvL7Zo0UJcv359njn49ddfxcDAQLF8+fKivr6+aG5uLlatWlVs166d+N133+X62X327Jk4b948sWHDhqKVlZW0jVatWombN2/Otf7Xfw5jY2PFpUuXih4eHqKRkZFoa2sr9u7dW3z48GGuZdesWSM2adJEtLGxEfX19UUrKyvRxcVFDA4OFpcuXVro9yDbzz//LG2/YcOGuaYfOnRIXLx4sfjs2TON92NiYkQjIyNp2bp162pM9/X1lab5+/tL77948UKsUqWKNC04OFiadv/+fXHYsGFiQkKCxrqePXsm1qxZU+NYpaSkSNM3bNgg/vTTT2JGRobGckePHtVY5tNPP821f0+ePBENDQ2lq/rx8fFFOGpElB8W6EREVCJe/6A8ceJEjQ+RRkZGeRaioviqC7y3t3eBXTkXLFggzX/v3j3RwMBAmv7bb79prC9nAe/u7l5o25OTkzW2N3LkyDy7cha0vwUV6Hv27Cl03kmTJmms//UC/cMPP9T4WukC3dbWVqxdu3ae2xk8eHChxzhbcQv0ESNGFLiPhoaG4qFDhzSW0VaBXq5cuVxFUHaBfu3aNdHZ2Tnf/TAyMhK3bNlS5ONYUIG+e/dujWmvH5/i/ryJoiheunSp0Lz17NlTY5nXM5zXKz09XZo/ISFBrFWrVoHzd+zYUaOIfP3nsFGjRnku17hxY4225fy+5fWys7Mr8veie/fuGr87iqNevXrSsrVr19Y4FjnbM3fuXI3lcnapNzU1zXWiIy+v/yw9ePCgSG20sbGRlmnbtm2h+/Eu3zpCpAvYxZ2IiGQxefJkacAgY2Nj7Nq1Cx9//HGe83br1g3R0dEAAHNzc3Tp0gWVKlVCZGQkDhw4ALVaja+++go+Pj7w9/dHhQoV0LFjR2zatAkAsHLlSrRu3VpaX84RlHv27FloW62trVG5cmXcunULADBnzhysWbMG/v7+qFOnDho0aICAgAAYGRlJy1SrVg2zZ8/GwYMHcejQIQC5u2z7+voCAPT19eHt7Q0fHx/Y2trCwsICT58+RWRkJMLDwwEAU6ZMQe/evVGxYsU82/jnn3/igw8+wEcffYSnT5/CysoKjRo1wtmzZ7F582ZpvtmzZ0v/b9iwYaH7XlT3799Hamoq+vXrBysrK/z888+4c+cOAGDx4sXo2LEjmjRpUqx1pqamYs6cObned3R0xOeffw7g1e0GTZo0gYeHB6ytrWFsbIzk5GT89ttviImJwcuXLzFkyBDpFgptevDgAR48eIAWLVrA398f9+/fh52dHbKystChQwdp4DtbW1t06dIF1tbW+P3333HixAm8ePEC3bt3R7169VC1atU32r5arUZ8fDyWLFkivefg4IBGjRppzFfcnzfgVddtNzc3+Pn5wd7eHlZWVnj+/DnOnz+PPXv2QBRFrFmzBv369YOfnx8AaAwC6evri7Zt2yIzMxO3b9/GqVOnEBMTo9Gurl274vLly9LX//vf/+Du7o5Dhw7hr7/+AgBs374d3333HSZMmJDnMTh+/DiaN2+Ohg0bYteuXbh06RIA4NixYzh58iTq16+fq20tWrRAQEAAnj59itu3b+P48eNIT08v8nH/888/pf/7+PgUebkXL15oDIaYfdwA4OLFixrzvp6JnF8/ffoUsbGxqFGjRoHbu3LlisbyNjY2hbbxv//+k7rhv97GnHx9fREVFQXg1fEICQkpdN1ElA9tnyEgIqLSoaAryhs3bsx3uQsXLmjMe/ToUY3prVu3lqZ16NBBej8yMlJ638DAQPzvv/9EUdS80qevry+9X5gdO3aIgiDkuw+WlpbipEmTcl1ZL84gcVevXhU3bdokLl68WJwzZ444e/Zs0cTERFp+/fr10ryvX3389NNP87xKVpRB4kri6jAAccOGDRrL5ezF0LVr1wL3PVtRBol7/ap3VlaWeOrUKXHt2rXiggULxNmzZ4vDhw/XWCZnt1ptXUEHIA4bNizXPv/666/SdD09PfHatWvStMzMTNHDw0Oa/tVXXxXpOBZlkDgXFxcxOjpaY7k3/XnLduvWLXHbtm3ikiVLpAxXrFhRWmby5MnSvJ6entL7f/31V6513bx5U8r0+fPnNdo1evRojWPUoEEDaZq1tbW03Ou/dzp06CB1tU9OThb19PSkaYsWLZLWaWFhIb3/endwURTF2NjYQr8H2W3L+XsjMjKySMuJoij2799fWs7Y2FiMiYmRpr0+sNyRI0c0ll25cqXG9LyOb06bNm3SmD+/23hyysjIEIOCgqRlypcvLyYlJeU579SpU/P9mSOi4uEVdCIikt2ECRPQqFEjODo65poWGRmp8XWzZs3yXc+JEyek/zds2BB169bFuXPnkJGRgbVr12LMmDEaV89bt24NOzu7IrWxQ4cOOHr0KKZMmYKIiIhcj6dKSUnBxIkToVarERYWVqR1ZouLi0PXrl012p+X7CvSefnmm2+gUmnv6agGBgbSVW0AcHZ2RqNGjaQeANlXz0raoUOHEBoaivj4+ALnu3PnTp75Utq3336b672cGc/KyoKLi0u+yxeWkaIyNTXFt99+Cy8vr3zbAhT95y05ORk9evTAb7/9VuB2c2b4ww8/lK4Ef/TRR2jQoAFq1KgBd3d3NG7cGB4eHtK82VfIs/Xo0UP6v56eHr744gtpnocPH+Lq1atwc3PLtf3+/ftLjxu0trZGuXLlkJiYCAAaj0j88MMPpX2pXbs2PvjgA9SoUQO1atVC06ZNUb169QL3M1tycrLGo8WKMrhhRkYG+vXrh9WrVwN49bP1yy+/oGbNmvkuk3MbeX1dkB9++AGDBg2Svh41apTG8c3LkydP8Pnnn2P//v0AXvW02L17N2xtbfOcP+fV+Pv37xe5bUSUG5+DTkREssjZBfPGjRto0qRJns+2fvjwYZHX+foHvyFDhkj/X7VqFQDN7u29evUq8rqBV8/oPnLkCB4+fIj9+/cjLCwsV5fV+fPnF2udANC+ffsiFV4vXrzId1pBH96L4/UP9gVtMycbGxvpecfZcp78ePz4cbHbUrlyZYivxsPReEVERAB49Wzp9u3bF1qcA0Xfj6J402NUrly5PLsNv03Gi2r27Nn49ttvpZ+7p0+fonv37li3bl2JtKV3796FFueA5rH67rvv0KpVKwBAWloaDh06hO+//x6DBg2Cp6en1K08r3a9fmLt9a9zFts5OTs7a3yd87aUnCfdli1bJnV3T05Oxr59+7Bw4UL06dMHNWrUwOeffy7LM+QfP36Mli1bSsW5iYkJdu7ciXbt2mnM93qOskflz+/rcuXK5dqWWq3GyJEj0a9fP2RmZgIAJk6ciFmzZhXYxtu3b6NRo0ZScW5ra4sjR47ggw8+yHeZ4pwwIKKC8Qo6ERHJ4ttvv8XZs2fx/fffAwBu3ryJJk2a4OjRo6hWrZo03+tXnCZPngxjY+MibaNTp04YNWoU7t+/j+vXr2PJkiXSfa3ly5dHmzZt3qjtlpaW0qO6Jk6ciN69e0sfqFNTU5GYmFjkK/NXr17FhQsXpK+7dOmCWbNmwcHBAYIgoHz58kUqykxNTd9oXwBoXHl//d7a69evF2kdycnJyMrK0ijSs69MAoCVldUbty8/e/bswbNnz6Sv586di969e8PS0hL//PMPatWqVWLbKoljlN/3KGfGy5Qpo/HorNdZWloWaVuvGzlyJABg6NCh8Pb2xt27dwEAI0aMQPv27aX1vsnP29OnT7F3717p6+bNm+PHH39E5cqVoaenBz8/P5w5cybXchYWFti3bx/u3LmDkydP4tq1a/jnn3+wc+dOPHv2DH/88QdmzZqFSZMm5WpXYmKiRpGaM2vAq/Ee8mJgYKDxdfbV9Nc5Ojrir7/+wo0bN3D69Glcv34dly5dwq+//orMzExs2bIFLVu2LHQMC2trawiCIBWo+Z04AIB///0Xbdq0ke4Ft7Ozw549e6SxKnJ6/bF4//77r8bXsbGx0v9NTU1z3aP+7NkzdOnSBb/++iuAV8dl+fLlhZ60PHv2LD755BMkJCQAAFxcXLBv3z6N39l5yXmCJb+r7ERUNCzQiYhIFoIgYOnSpTA0NMSCBQsAAPHx8VKRnt3N9/WBzMqVK4f+/fvnWt/ly5dzffg1MjLCl19+ie+++w7Aq66b2bp16wZ9/aL/mevRoweGDBmCevXq5ZpmZmYm/V+lUmk81zpnQZCzmMyWnJys8fX//vc/aSC4iIiIt+4O+npB8uzZM5iYmGi8l7N4vn//PmJjY1GtWjW8ePEiz0Ha8pKRkYHNmzdLz6+Pi4vTeI5yXsftbb1+7Hr27CkVmlu2bCnRbZXEMcpPzow/f/4ctWrVkq4s53Tq1CmNK75voly5cpg6dapUWCYnJ2PBggWYOHFirrZkz1/Yz1tKSgqysrKkaW3atJEKwqtXr+Ya0Czb33//DVdXV1SqVAn/+9//pPeHDh2KRYsWAQDOnTuXZ7vWrVuHmTNnAnh1W8DPP/8sTbO2toarq2thh6JAFy5cgIeHB6pXr67Rnb1du3bSM73PnTtXaIGur68PJycnaYDJ27dvo0GDBrnmi4yMRPv27fHgwQMAgLu7O/bt24fKlSvnuV47Ozv4+fnh9OnTAIAdO3Zg+PDhAF71UtizZ480b9u2bTVOMCUkJCAoKEi67cTS0hLbtm1DixYtCtyXnTt34osvvpB+j3344YfYtWtXkbrt3759W/r/mw5ySESvsEAnIiJZzZ8/H0ZGRtKH7bt370pFupubG7y8vPDRRx9JI6EPGjQI+/fvR7169aBSqXDr1i2cOHECMTExmDhxYq4Rqfv3749Zs2YhMzMTz58/l94vyujtOa1fvx7r169HtWrV0KhRI1StWhWCIODChQvYsWOHNF/jxo01CuCco67fv38fPXv2hLu7OwRBwMCBA1G9enWoVCqpu+zQoUMRHR2N5ORkrFmzplhtzMvro7536dIFDRs2hEqlQrdu3WBnZ5frCp2/vz+aNGmCc+fO4caNG0XeVq9evfDnn39Ko7hnZGRI00JDQ99uR/LwehHWpk0btGrVChcvXsS2bdtKdFsldYzy0qZNG7i5uUm9O9q3b49PP/0U7u7uUKvViI2NxbFjx3Dr1i2sWbMG3t7eb7W9L774AmFhYVLRuGjRIowYMQJmZmZv9PNWvnx5WFlZSbcxTJ06FUlJScjMzMTq1avzvQVg5MiROH36NJo3bw5HR0fY2tri3r17GrnPPjHi5eWF5s2b48iRIwCAWbNm4d9//0WtWrVw8OBBjXvUhw4d+tbjMXz++edISUlB06ZNUbFiRVhbWyM2Nhb79u3L1bbC+Pv7S8f63LlzCA4O1ph+4sQJNG/eXDpOhoaG6NChg8btONmye0IAwPjx4xEUFATgVYHfqlUrNGrUCHv37pVu+9DX18fXX38tLfP48WP4+flpjAXQvn17REdHSyP35zwG2eM2bN26FZ06dZJ+T1laWiIwMFDqOZTN0tISX375Za52nz17Vvr/hx9+mNdhIqKi0s7YdEREVNq8Ppry68/C/fbbbzWmly9fXrx48aIoiqKYmJhY4HOZs1/Zz/V+3f/+9z+N+Xx9fYvd/sK2jf8/evSlS5c0lktISNAYiT3n6/79+6IoimK/fv3ynN68eXONEbBz7l9RRmcXRVF8/vy5WKFChTzXf+bMGWm+15+jnv3KOWo3Chih3M7OTuNZxzlfAwYMKPJxLs5z0F++fKkxwnnO1+ujmOds95uM4l4Sx6ig/bl69WqBz0HPr035Keg56KIoikuWLNGYPnPmTGnam/y8zZgxI895ateurZGLHj16SMsEBgYWuP4yZcqIp0+fluZPSEgQ3d3dC1ymsOeg37x5U+M4VK5cOc/9cXV1LfRnPS4urkjfi5w/q68/b/316YW9Xjd+/Ph851WpVOKKFSs05n/9iQMFvQp6GkF+r7wy/uTJE9HQ0FAEIAqCIN66datIx42I8sZB4oiISBFTpkzRuPc2KSkJTZs2RXR0NMqXL49Tp05h2bJlaNasGcqVKwc9PT2YmpqiZs2a+OKLL7BhwwaNLuw55RwsDij+4HDAqytfs2fPlq52Zg+KZm5ujjp16mD06NG4fPkyateurbGcvb099uzZA39//3zvQV68eDEmT56MypUrw8DAAE5OThg1ahT27NlTrG74eTEyMsK+ffvw8ccfw8LCIt/5du/ejdDQUNja2sLIyAienp5YuXKlxjOzC1KmTBmEh4fjq6++QqVKlWBoaAhXV1csXLiwyOsoLgMDAxw9ehQhISGwsbGBkZERateujR9//LHYI+kXxdseo4K4uLjg4sWLmDVrFho2bIiyZctK+fL09ERoaCh27twp3ULwtnr37q0xTsK8efOke+vf5OdtzJgxWLp0KVxcXGBgYAB7e3t8+eWX+OOPPzRuAclp1KhRGDp0KOrXr4+KFSvC0NAQRkZGqFq1Knr06IHTp09r9Fywt7fHmTNnMHfuXDRo0ACWlpbQ19eHra0tWrZsiU2bNmHbtm1v/TMDANOnT0e/fv1Qr1492Nvbw8DAACYmJqhZsyYGDBiAqKiofLufv+6zzz6Tbns5fvx4rvvl38bkyZNx8OBBtGnTBuXKlYOBgQEqVKiA4OBgnDp1SpaeK8W1Z88evHz5EsCrZ8o7OTlpuUVE7zZBFDnsIhERvdsSEhJQsWJFiKIIY2Nj3Lt3T5ZBy943YWFhmDRpEoBXI67nNQo/EQEDBw6UBsRctGgRBg8erOUWKSfnffvbtm1Dx44dtdwioncbr6ATEdE7KyIiAr/99ht69OghjaLctWtXFudEpKixY8eiTJkyAIAlS5bI8og2XRQbGys9fs/b2xuffvqplltE9O5jgU5ERO+spk2bom3bttKAV2XLlpVGqyYiUkqlSpWkW22uXbumMbBkaTZv3jxphP/p06fn+1g7Iio6dnEnIqJ3VvaHwbJly6JBgwaYMWMGPDw8tNyq0oNd3ImIiJTFAp2IiIiIiIhIB7CLOxEREREREZEOYIFOREREREREpANYoBMRERERERHpABboRERERERERDqABToRERERERGRDmCBTkRERERERKQDWKATERERERER6QAW6EREREREREQ6gAU6ERERERERkQ5ggU5ERERERESkA1igExEREREREekAFuhEREREREREOoAFOhEREREREZEOYIFOREREREREpANYoBMRERERERHpAH1tN4CotFOr1bh37x7Mzc0hCIK2m0NERERERG9BFEU8efIEDg4OUKlK9po3C3Qimd27dw+Ojo7abgYREREREZWg27dvo1KlSiW6ThboRDIzNzcHAMTHx8PS0lLLraHSShRFpKSkwNLSkj01SDbMGSmBOSMlMGf0NlJTU+Ho6Ch9zi9JLNCJZJb9S9/S0hIWFhZabg2VZjwBREpgzkgJzBkpgTmjtyXHyR0OEkekELVare0mUCmmVquRmJjInJGsmDNSAnNGSmDOSFexQCciKiXS09O13QR6DzBnpATmjJTAnJEuYoFOREREREREpANYoBMRERERERHpABboRArhCKEkJ0EQYGNjw5yRrJgzUgJzRkpgzkhXcRR3IoXwDwDJSRAEWR71QZQTc0ZKYM5ICcwZ6SpeQSdSCEcJJTmp1WrcvXuXOSNZMWekBOaMlMCcka5igU5EVEpkZGRouwn0HmDOSAnMGSmBOSNdxAKdiIiIiIiISAewQCciIiIiIiLSASzQiRTCQeJIToIgwM7OjjkjWTFnpATmjJTAnJGu4ijuRArhHwCSkyAIMDY21nYzqJRjzkgJzBkpgTkjXcUr6EQK4SihJCe1Wo1bt24xZyQr5oyUwJyREpgz0lUs0ImISglRFLXdBHoPMGekBOaMlMCckS5igU5ERERERESkA1igExEREREREekAFuhECuEgcSQnQRDg4ODAnJGsmDNSAnNGSmDOSFexQCdSCP8AkJwEQYC+vj5zRrJizkgJzBkpgTkjXcUCnUghHCWU5KRWqxEfH8+ckayYM1ICc0ZKYM5IV/E56EQKqTP5IERDU203g0opPUGEn62I0/f/RpbIqwEkD+aMlMCckRKYs3dP3Iw22m6CIngFnYiIiIiIiEgHsEAnIiIiIiIi0gHs4k6kkCxR4Bkxkk2WKOD0fbCbHsmKOSMlMGekBOaMdBXrBSLFiNpuAJVqIgxVr/4lkg9zRkpgzkgJzBnpJhboRArR4wlakpGeAHjbiMwZyYo5IyUwZ6QE5ox0FQt0IiIiIiIiIh3AAp2IiIiIiIhKvRkzZkAQBAwbNkx6TxCEPF+zZ8+W5hk+fDisra3h6OiIDRs2aKxz69atCAoKKrE2vtMFekBAgMbBLQmiKKJPnz6wtraGIAiIjo7Oc75du3ahevXq0NPTw7Bhw7B27VpYWVmVaFtKghzHKC8hISFo37697NshovypeRsdKYA5IyUwZ6QE5uz9cubMGfzwww/w9PTUeD8hIUHjtXr1agiCgI4dOwIA9uzZg40bN+LgwYOYNWsWQkNDkZycDABISUnBuHHjsHTp0hJrp6yjuIeEhODx48fYtWuXnJspUQcOHMDatWsRERGBqlWroly5cnnO17dvX/Ts2RNDhgyBubk59PX10bp1a4VbW7gdO3bAwMBAlnXfunULNWvWxP3797Fw4UKIou78louLi0OVKlVw/vx5eHt7a7s5ADiKO8krSxRw6j5vpCN5MWekBOaMlMCcvV/S0tLQtWtXrFixAlOnTtWYZm9vr/H1r7/+iqZNm6Jq1aoAgJiYGAQEBMDHxwc+Pj4YNmwY4uLiAAATJkxA//794eTkVGJtZb3wmtjYWFSoUAENGzaEvb099PVzn8NIS0tDUlISAgMD4eDgAHNzcxgbG6N8+fJaaHHBrK2tYW5uLsu6s8NrZmYGS0tLnexBUBIyMjJKZD0CRwklGQkQYWkoMmckK+aMlMCckRKYs/fLwIED0aZNG7Ro0aLA+RITE/Hbb7+hd+/e0nteXl44e/YsHj16hKioKKSnp0vF+4ULFzBkyJASbatWC/R58+bBw8MDpqamcHR0xIABA5CWlqYxT2RkJAICAmBiYoKyZcsiMDAQjx49ynN9v/32GywtLXPdF5DTH3/8AT8/PxgZGaFChQr4+uuvkZmZCeDVFf/BgwcjPj4egiDA2dk51/IRERFSwdusWTMIgoCIiIhcXdzDwsLg7e2Nn376Cc7OzrC0tESnTp3w5MkTaZ4DBw6gUaNGsLKygo2NDdq2bYvY2FhpelxcHARBwI4dO9C0aVOYmJjAy8sLf/31V5GP0etd3J2dnfHdd9+hV69eMDc3h5OTE3788UeN9Z04cQLe3t4oU6YMfHx8sGvXrjy7+//666/45JNPpGOXs4t7QEAAhgwZgtGjR8Pa2hr29vYICwuTpnfp0gWff/65xvoyMjJQrlw5rF+/HgCgVqsxffp0VKlSBcbGxvDy8sK2bduk+R89eoSuXbvC1tYWxsbGqFGjBtasWQMAqFKlCgCgTp06EAQBAQEB0jonT56MSpUqwcjICN7e3jhw4ECuY75582Y0adIEZcqUwYYNG3Dr1i0EBQWhbNmyMDU1Ra1atbBv3z4Uh4onaUlGKgFwtxKZM5IVc0ZKYM5ICczZ+2PTpk04d+4cpk+fXui869atg7m5OT799FPpvcDAQHzxxRfw9fVFSEgI1q1bB1NTUwDA/PnzsWzZMri6usLf3x+XL19+6/ZqtUBXqVRYtGgRLl++jHXr1uHo0aMYPXq0ND06OhrNmzeHu7s7/vrrLxw/fhxBQUHIysrKta6NGzeic+fO2LBhA7p27Zrn9u7evYvWrVvD19cXFy5cwLJly7Bq1Sqpm8PChQul4i0hIQFnzpzJtY6GDRvi6tWrAIDt27cjISEBDRs2zHN7sbGx2LVrF/bu3Yu9e/fijz/+wIwZM6TpT58+xfDhw3H27FkcOXIEKpUKHTp0gFqt1ljPuHHjMHLkSERHR8PFxQWdO3eWTioU5xhlmzt3Lnx8fHD+/HkMGDAA/fv3l/YpNTUVQUFB8PDwwLlz5zBlyhSMGTMm1zoeP36M48ePSwV6XrLDe+rUKcyaNQuTJ0/GoUOHAABdu3bFnj17NE7I/P7773j27Bk6dOgAAJg+fTrWr1+P5cuX4/Lly/jqq6/wxRdf4I8//gAAjB8/Hv/88w/279+PmJgYLFu2TLol4fTp0wCAw4cPIyEhATt27ADw6ns8d+5czJkzBxcvXkRgYCA++eQTXL9+XaPtX3/9NYYOHYqYmBgEBgZi4MCBePHiBY4dO4ZLly5h5syZMDMzy3O/X7x4gdTUVI0XEREREREp6/bt2xg6dCg2bNiAMmXKFDr/6tWr0bVr11zzhoWF4caNG7h06RI6dOiAefPmAQAMDAwwdepUHD9+HKGhoejevftbt1nWe9AL8/qV3alTp6Jfv374/vvvAQCzZs2Cj4+P9DUA1KpVK9d6li5dinHjxmHPnj1o0qRJvtv7/vvv4ejoiCVLlkAQBNSsWRP37t3DmDFjMGHCBFhaWsLc3Bx6enq57kXIZmhoKHVlz74ynB+1Wo21a9dKV9y7deuGI0eOYNq0aQAgDTyQbfXq1bC1tcU///yD2rVrS++PHDkSbdq0AQBMmjQJtWrVwo0bN1CzZs0iH6OcWrdujQEDBgAAxowZg/nz5yM8PByurq7YuHEjBEHAihUrUKZMGbi7u+Pu3bv48ssvNdaxb98+eHp6wsHBId/teHp6YuLEiQCAGjVqYMmSJThy5Ag++ugjBAYGwtTUFDt37kS3bt0AvDrJ8sknn8Dc3BwvXrzAd999h8OHD6NBgwYAgKpVq+L48eP44Ycf0KRJE8THx6NOnTrw8fEBAI0eD7a2tgAAGxsbje/RnDlzMGbMGHTq1AkAMHPmTISHh2PBggUagzsMGzZM48xZfHw8OnbsCA8PD6kt+Zk+fTomTZqU73QiIiIiIpJfVFQUkpKSULduXem9rKwsHDt2DEuWLMGLFy+gp6cHAPjzzz9x9epVbN68ucB1XrlyRZrn+PHjaNy4MWxtbREcHIxevXrhyZMnb3WLsVavoB8+fBjNmzdHxYoVYW5ujm7duiE5ORnPnj0D8H9Xhwuybds2fPXVVzh06FCBxTnw6gb/Bg0aQBD+ry+Lv78/0tLScOfOnbffodc4OztrfHMqVKiApKQk6evr16+jc+fOqFq1KiwsLKQCMz4+XmM9OUcarFChAgBI6ynKMXpdzvUJggB7e3tpfVevXoWnp6fGWSM/P79c68jZvb0o28lue/Z29PX1ERwcLN2O8PTpU/z6669S74cbN27g2bNn+Oijj2BmZia91q9fL90G0L9/f2zatAne3t4YPXo0Tpw4UWB7UlNTce/ePfj7+2u87+/vj5iYGI33sov+bEOGDMHUqVPh7++PiRMn4uLFi/luZ+zYsUhJSZFet2/fBgDe4USyEgGkZzJnJC/mjJTAnJESmLP3Q/PmzXHp0iVER0dLLx8fH3Tt2hXR0dFScQ4Aq1atQr169eDl5ZXv+kRRRN++ffHdd98BeFXsZ49Xlf1vQT2Zi0JrBXpcXBzatm0LT09PbN++HVFRUdIVzJcvXwIAjI2NC11PnTp1YGtri9WrV+vUKOIAco2eLgiCRvf1oKAgPHz4ECtWrMCpU6dw6tQpAP+3/3mtJ/vkQvZ6inKMituuwrx8+RIHDhwotEAvbDtdu3bFkSNHkJSUhF27dsHY2BgtW7YEAKnr+2+//abxA/XPP/9I96G3atUKt27dwldffYV79+6hefPmGDlyZJH3oyDZ95VkCw0Nxb///otu3brh0qVL8PHxweLFi/Nc1sjICBYWFhovAFCLvMmJ5KMWBUQ/VDFnJCvmjJTAnJESmLP3g7m5OWrXrq3xMjU1hY2NjUaP5dTUVGzduhWhoaEFrm/lypWwtbVFq1atAAD169fH0aNHcfLkScyfPx/u7u5vPXC21gr0qKgoqNVqzJ07F/Xr14eLiwvu3bunMY+npyeOHDlS4HqqVauG8PBw/Prrrxg8eHCB87q5ueGvv/7SKOQjIyNhbm6OSpUqvfnOvIHk5GRcvXoV3377LZo3bw43N7d8B78rSFGOUXG4urri0qVLePHihfTe6/fiR0REoGzZsgWeXSqKhg0bwtHREZs3b8aGDRvw2WefSUW9u7s7jIyMEB8fj+rVq2u8HB0dpXXY2tqiR48e+Pnnn7FgwQJpwDtDQ0MAmmewLCws4ODggMjISI12REZGwt3dvdD2Ojo6ol+/ftixYwdGjBiBFStWFGt/OUooyUmAiPJlOBotyYs5IyUwZ6QE5oxy2rRpE0RRROfOnfOdJzExEdOmTcOiRYuk9+rVq4cRI0agTZs22LJlizRg9duQ/R70lJSUXKN/29jYoHr16sjIyMDixYsRFBSEyMhILF++XGO+sWPHwsPDAwMGDEC/fv1gaGiI8PBwfPbZZxrPJ3dxcUF4eDgCAgKgr6+PBQsW5NmWAQMGYMGCBRg8eDAGDRqEq1evYuLEiRg+fDhUKmXPVZQtWxY2Njb48ccfUaFCBcTHx+Prr78u9nqKeoyKqkuXLhg3bhz69OmDr7/+GvHx8ZgzZw6A/7t6v3v37kKvnhdne8uXL8e1a9cQHh4uvW9ubo6RI0fiq6++glqtRqNGjZCSkoLIyEhYWFigR48emDBhAurVq4datWrhxYsX2Lt3L9zc3AAA5cuXh7GxMQ4cOIBKlSqhTJkysLS0xKhRozBx4kRUq1YN3t7eWLNmDaKjowsc+R94dU96q1at4OLigkePHiE8PFzaVlGpBHajIvmoBKCahYjkFwKyGDSSCXNGSmDOSAnM2fsrIiIi13t9+vRBnz59ClzOzs5Oev55zkGgJ0yYgAkTJpRY+2SvSiMiIlCnTh2N16RJk+Dl5YV58+Zh5syZqF27NjZs2JBr6HsXFxccPHgQFy5cgJ+fHxo0aIBff/01z2eTu7q64ujRo/jll18wYsSIPNtSsWJF7Nu3D6dPn4aXlxf69euH3r1749tvv5Vl3wuiUqmwadMmREVFoXbt2vjqq68we/bsYq+nOMeoKCwsLLBnzx5ER0fD29sb48aNkwKXfV96SRboXbt2xT///IOKFSvmujd8ypQpGD9+PKZPnw43Nze0bNkSv/32m/QINUNDQ4wdOxaenp5o3Lgx9PT0sGnTJgCv7nFftGgRfvjhBzg4OKBdu3YAXt1LPnz4cIwYMQIeHh44cOAAdu/ejRo1ahTYzqysLAwcOFBqh4uLi8bAfERERERERG9LEHXtxm3SORs2bEDPnj2RkpKCmJgYNGvWDPfv3891jznlLTU1FZaWlnD+ajNEQ9PCFyB6A3qCCD9bEafvC8ji/XQkE+aMlMCckRKYs3dP3Iw22m6CJPvzfUpKijTeVEnR6mPWSDetX78eVatWRcWKFXHhwgWMGTMGwcHBMDY2RmZmJhYvXszi/A3wVBjJSRSBlJfMGcmLOSMlMGekBOaMdBULdMrlv//+w4QJE/Dff/+hQoUK+Oyzz6Rnt/v5+eX52DUqnBqCdp9rSKWaGgL+ecwrACQv5oyUwJyREpgz0lUs0CmX0aNHY/To0dpuRqnDUUJJTgJEVDQF7j4FRPADB8mDOSMlMGekBOaMdBUv6BEpRMXf/SQjlQA4morMGcmKOSMlMGekBOaMdBULdCIiIiIiIiIdwAKdiIiIiIiISAewQCdSCEcJJTmJIpCULjBnJCvmjJTAnJESmDPSVRwkjkghFye1LPHnJBIRERERUenBK+hEClGr1dpuApViarUaDx48YM5IVswZKYE5IyUwZ6SrWKATEZUSaWlp2m4CvQeYM1ICc0ZKYM5IF7FAJyIiIiIiItIBLNCJiIiIiIiIdAALdCKFCIKg7SZQKSYIAqysrJgzkhVzRkpgzkgJzBnpKo7iTqQQ/gEgOWV/0CCSE3NGSmDOSAnMGekqXkEnUghHCSU5qdVqJCYmMmckK+aMlMCckRKYM9JVLNCJiEqJ9PR0bTeB3gPMGSmBOSMlMGeki1igExEREREREekAFuhEREREREREOoAFOpFCOEgcyUkQBNjY2DBnJCvmjJTAnJESmDPSVRzFnUgh/ANAchIEAebm5tpuBpVyzBkpgTkjJTBnpKt4BZ1IIRwllOSkVqtx9+5d5oxkxZyREpgzUgJzRrqKBToRUSmRkZGh7SbQe4A5IyUwZ6QE5ox0EQt0IiIiIiIiIh3AAp2IiIiIiIhIB7BAJ1IIB4kjOQmCADs7O+aMZMWckRKYM1ICc0a6iqO4EynEI+wgVEYm2m4GEREREb3H4ma00XYTqAC8gk6kED1B1HYTqBTTE0R8YKtmzkhWzBkpgTkjJTBnpKtYoBMRlRIq9tIjBTBnpATmjJTAnJEuYoFOREREREREpANYoBMRERERERHpABboRArJ4i1OJKMsEYhOFpgzkhVzRkpgzkgJzBnpKhboRIrhjU4kJwEv1a/+JZIPc0ZKYM5ICcwZ6SYW6EQK4SihJCc9QYSfrcickayYM1ICc0ZKYM7ezowZMyAIAoYNG5bn9H79+kEQBCxYsEDj/eHDh8Pa2hqOjo7YsGGDxrStW7ciKChIpha/O1igvyPCwsLg7e2t7WYo7r///sNHH30EU1NTWFlZKb79iIgICIKAx48fK75tIiIiIiJdc+bMGfzwww/w9PTMc/rOnTtx8uRJODg4aLy/Z88ebNy4EQcPHsSsWbMQGhqKBw8eAABSUlIwbtw4LF26VPb26zoW6AUICQmBIAgQBAEGBgaoUqUKRo8ejefPnyvelpEjR+LIkSOKb/dNrF27tsSK6fnz5yMhIQHR0dG4du1aiayTiIiIiIiKLy0tDV27dsWKFStQtmzZXNPv3r2LwYMHY8OGDTAwMNCYFhMTg4CAAPj4+KBz586wsLDAzZs3AQCjR49G//794eTkpMh+6DIW6IVo2bIlEhIS8O+//2L+/Pn44YcfMHHiRMXbYWZmBhsbG8W3q22xsbGoV68eatSogfLly2u7OURERERE762BAweiTZs2aNGiRa5parUa3bp1w6hRo1CrVq1c0728vHD27Fk8evQIUVFRSE9PR/Xq1XH8+HGcO3cOQ4YMUWIXdB4L9EIYGRnB3t4ejo6OaN++PVq0aIFDhw5J052dnXPdW+Ht7Y2wsDDpa0EQsHLlSnTo0AEmJiaoUaMGdu/eLU3P7kZ95MgR+Pj4wMTEBA0bNsTVq1eleV7v4h4SEoL27dtjzpw5qFChAmxsbDBw4EBkZGRI8yQkJKBNmzYwNjZGlSpVsHHjxjzbm5NarcbkyZNRqVIlGBkZwdvbGwcOHMjV1pxdvqOjoyEIAuLi4hAREYGePXsiJSVF6n2Q81i8btmyZahWrRoMDQ3h6uqKn376SePYbt++HevXr4cgCAgJCcl3PatXr0atWrVgZGSEChUqYNCgQdK0efPmwcPDA6ampnB0dMSAAQOQlpYmTb916xaCgoJQtmxZmJqaolatWti3b5/G+qOiovL93hRVlshBSEg+WaKA0/cF5oxkxZyREpgzUgJzVnybNm3CuXPnMH369Dynz5w5E/r6+vkW2oGBgfjiiy/g6+uLkJAQrFu3Dqampujfvz+WL1+OZcuWwdXVFf7+/rh8+bKcu6LTWKAXw99//40TJ07A0NCw2MtOmjQJwcHBuHjxIlq3bo2uXbvi4cOHGvOMGzcOc+fOxdmzZ6Gvr49evXoVuM7w8HDExsYiPDwc69atw9q1a7F27Vppevfu3XHv3j1ERERg+/bt+PHHH5GUlFTgOhcuXIi5c+dizpw5uHjxIgIDA/HJJ5/g+vXrRdrPhg0bYsGCBbCwsEBCQgISEhIwcuTIPOfduXMnhg4dihEjRuDvv/9G37590bNnT4SHhwN4dX9Ly5YtERwcjISEBCxcuDDP9SxbtgwDBw5Enz59cOnSJezevRvVq1eXpqtUKixatAiXL1/GunXrcPToUYwePVqaPnDgQLx48QLHjh3DpUuXMHPmTJiZmWlsozjfmxcvXiA1NVXj9QoHISE5iTBUvfqXSD7MGSmBOSMlMGfFcfv2bQwdOhQbNmxAmTJlck2PiorCwoULsXbtWghC/ic9wsLCcOPGDVy6dAkdOnTA9OnT0aJFCxgYGGDq1Kk4fvw4QkND0b17dzl3R6exQC/E3r17YWZmhjJlysDDwwNJSUkYNWpUsdcTEhKCzp07o3r16vjuu++QlpaG06dPa8wzbdo0NGnSBO7u7vj6669x4sSJAu93L1u2LJYsWYKaNWuibdu2aNOmjXSf+pUrV3D48GGsWLECH3zwAerWrYuVK1ciPT29wHbOmTMHY8aMQadOneDq6oqZM2fC29u7wKvuORkaGsLS0hKCIMDe3h729va5it2c2woJCcGAAQPg4uKC4cOH49NPP8WcOXMAALa2tjAyMoKxsTHs7e1haWmZ53qmTp2KESNGYOjQoXBxcYGvr6/GiJLDhg1D06ZN4ezsjGbNmmHq1KnYsmWLND0+Ph7+/v7w8PBA1apV0bZtWzRu3FhjG8X53kyfPh2WlpbSy9HREQCgxxO0JCM9AfC2EZkzkhVzRkpgzkgJzFnxREVFISkpCXXr1oW+vj709fXxxx9/YNGiRdDX10dERASSkpLg5OQkTb916xZGjBgBZ2fnPNd55coV/Pzzz5gyZQoiIiLQuHFj2NraIjg4GOfOncOTJ0+U3Ukdoa/tBui6pk2bYtmyZXj69Cnmz58PfX19dOzYsdjryTnKoampKSwsLHJdzc45T4UKFQBACnpeatWqBT09PY1lLl26BAC4evUq9PX1UbduXWl69erV8xzMIVtqairu3bsHf39/jff9/f1x4cKFwnax2GJiYtCnT59c28rvSnlekpKScO/ePTRv3jzfeQ4fPozp06fjypUrSE1NRWZmJp4/f45nz57BxMQEQ4YMQf/+/XHw4EG0aNECHTt2zDUqZXG+N2PHjsXw4cOlr1NTU6UinYiIiIjoXdO8eXOpzsjWs2dP1KxZE2PGjEGFChUQGBioMT0wMBDdunVDz549c61PFEX07dsX8+bNg5mZGbKysqRbdbP/zcrKkmlvdBuvoBfC1NQU1atXh5eXF1avXo1Tp05h1apV0nSVSgVR1Owak/M+8Gyvj2IoCALUanW+82R3DXl9nuKus6SpVK8ik3Of89pfpRgbGxc4PS4uDm3btoWnpye2b9+OqKgo6fENL1++BACEhobi33//Rbdu3XDp0iX4+Phg8eLFGuspzvfGyMgIFhYWGi8iIiIioneVubk5ateurfEyNTWFjY0NateuLf2b82VgYAB7e3u4urrmWt/KlStha2srPffc398fR48excmTJzF//ny4u7tr5RHLuoAFejGoVCp88803+Pbbb6Wu4ra2tkhISJDmSU1NlR4XoE2urq7IzMzE+fPnpfdu3LiBR48e5buMhYUFHBwcEBkZqfF+ZGQk3N3dAbzaXwAa+xwdHa0xv6GhYZHOeLm5uRW4raIwNzeHs7Nzvo+gi4qKglqtxty5c1G/fn24uLjg3r17ueZzdHREv379sGPHDowYMQIrVqwochuIdIWat9GRApgzUgJzRkpgzrQjMTER06ZNw6JFi6T3/Pz8MGLECLRp0wZbtmzBmjVrtNhC7WIX92L67LPPMGrUKCxduhQjR45Es2bNsHbtWgQFBcHKygoTJkzQ6HauLTVr1kSLFi3Qp08fLFu2DAYGBhgxYgSMjY0LHLhh1KhRmDhxIqpVqwZvb2+sWbMG0dHR2LBhA4BX3eQdHR0RFhaGadOm4dq1a5g7d67GOpydnZGWloYjR47Ay8sLJiYmMDExyXNbwcHBqFOnDlq0aIE9e/Zgx44dOHz4cLH2NSwsDP369UP58uXRqlUrPHnyBJGRkRg8eDCqV6+OjIwMLF68GEFBQYiMjMTy5cs1lh82bBhatWoFFxcXPHr0COHh4XBzcytWG4oiSxR4RoxkkyUKOHWfN9KRvJgzUgJzRkpgzt5eREREgdPj4uLyfN/Ozi7PaRMmTMCECRPevmHvONYLxaSvr49BgwZh1qxZePr0KcaOHYsmTZpIg7S1b98e1apV03YzAQDr16+HnZ0dGjdujA4dOuDLL7+Eubl5niMvZhsyZAiGDx+OESNGwMPDAwcOHMDu3btRo0YNAK+6ev/yyy+4cuUKPD09MXPmTEydOlVjHQ0bNkS/fv3w+eefw9bWFrNmzcpzW+3bt8fChQsxZ84c1KpVCz/88APWrFmDgICAYu1njx49sGDBAnz//feoVasW2rZtK4067+XlhXnz5mHmzJmoXbs2NmzYkOvREFlZWRg4cCDc3NzQsmVLuLi44Pvvvy9WG4pC4CihJCMBIiwNReaMZMWckRKYM1ICc0a6ShBfv4GaSq07d+7A0dERhw8fLnBQNSpZqampsLS0hPNXmyEammq7OVRK6Qki/GxFPtOVZMWckRKYM1LC+5yzuBlttN2Ed1725/uUlJQSH2+KXdxLsaNHjyItLQ0eHh5ISEjA6NGj4ezsnOsRYkRERERERKR9LNBLsYyMDHzzzTf4999/YW5ujoYNG2LDhg25Rn8nIiIiIiIi7WOBXooFBgbmeh4haQ/vJSE5iQDSM5kzkhdzRkpgzkgJzBnpKhboRApRcxR3kpFaFBD98P26h46Ux5yREpgzUgJzRrqK9QKRQjhKKMlJgIjyZTgaLcmLOSMlMGekBOaMdBULdCKFqHiSlmSkEoBqFiJzRrJizkgJzBkpgTkjXcUCnYiIiIiIiEgH8B50IoWcn/AxrKystN0MKqXUajXi4+Ph5OQElYrnXkkezBkpgTkjJTBnpKuYRiKiUsLY2FjbTaD3AHNGSmDOSAnMGekiXkEnUgjPzpKcVCoV7OzstN0MKuWYM1ICc0ZKYM5IV7FiIFKIKHKUUJKPKIp4/Pgxc0ayYs5ICcwZKYE5I13FAp1IIfwDQHLiBw1SAnNGSmDOSAnMGekqFuhEREREREREOoAFOhEREREREZEOYIFORFRKmJmZabsJ9B5gzkgJzBkpgTkjXcRR3IkUwlHcSU4qlQrlypXTdjOolGPOSAnMGSmBOSNdxYqBSCFqtVrbTaBSTK1W48GDB8wZyYo5IyUwZ6QE5ox0FQt0IqJSIi0tTdtNoPcAc0ZKYM5ICcwZ6SIW6EREREREREQ6gAU6ERERERERkQ5ggU6kEEEQtN0EKsUEQYCVlRVzRrJizkgJzBkpgTkjXcVR3IkUwj8AJKfsDxpEcmLOSAnMGSmBOSNdxSvoRArhKKEkJ7VajcTEROaMZMWckRKYM1ICc0a6igU6EVEpkZ6eru0m0HuAOSMlMGekBOaMdBELdCIiIiIiIiIdwHvQiRRy9uxZmJmZabsZVEqJooj09HQkJCRwvAOSDXNGSniXc1a/fn1tN4GI3nG8gk5EVEoYGhpquwn0HmDOSAnMGclNEATY2Ni8cyeBqPTjFXQihfAPAMlJEATo6/NXOsmLOSMlMGekBEEQYG5uru1mEOXCK+hEChFFUdtNoFJMFEU8f/6cOSNZMWekBOaMlKBWq3H37l2O4k46hwU6EVEpwQ8ZpATmjJTAnJESMjIytN0EolxYoBMRERERERHpABboRERERERERDqABToRUSlhZGSk7SbQe4A5IyUwZyQ3QRBgZ2fHQXxJ57BAL+WcnZ2xYMEC2bcjCAJ27dr1RsvGxcVBEARER0eXaJt0Df8AkJwEQYCenh5zRrJizkgJ72POli1bBk9PT1hYWMDCwgINGjTA/v37pelhYWGoWbMmTE1NUbZsWbRo0QKnTp3SWMfw4cNhbW0NR0dHbNiwQWPa1q1bERQUpMi+vCsEQYCxsfF7lTN6N5RYgf7ff/9h8ODBqFq1KoyMjODo6IigoCAcOXJEY74TJ06gdevWKFu2LMqUKQMPDw/MmzcPWVlZAIDt27dDT08Pd+/ezXM7NWrUwPDhwwEAAQEBGDZsmDQtICAAgiBAEAQYGRmhYsWKCAoKwo4dO4q0D0OGDEG9evVgZGQEb2/vPOfZsmULvL29YWJigsqVK2P27NlFWndpl5CQgFatWr3Rso6OjkhISEDt2rVLuFUlLyQkBO3bt3+jZTkaLclJFEWkp6czZyQr5oyU8D7mrFKlSpgxYwaioqJw9uxZNGvWDO3atcPly5cBAC4uLliyZAkuXbqE48ePw9nZGR9//DHu378PANizZw82btyIgwcPYtasWQgNDcWDBw8AACkpKRg3bhyWLl2qtf3TRWq1Grdu3eKAhKRzSqRAj4uLQ7169XD06FHMnj0bly5dwoEDB9C0aVMMHDhQmm/nzp1o0qQJKlWqhPDwcFy5cgVDhw7F1KlT0alTJ4iiiE8++QQ2NjZYt25dru0cO3YMN27cQO/evfNty5dffomEhATExsZi+/btcHd3R6dOndCnT58i7UuvXr3w+eef5zlt//796Nq1K/r164e///4b33//PebPn48lS5YUad2lmb29/Rt3R9PT04O9vT2feUr0lt6nD7OkPcwZKeF9y1lQUBBat26NGjVqwMXFBdOmTYOZmRlOnjwJAOjSpQtatGiBqlWrolatWpg3bx5SU1Nx8eJFAEBMTAwCAgLg4+ODzp07w8LCAjdv3gQAjB49Gv3794eTk5PW9k9XvW85o3dDiRToAwYMgCAIOH36NDp27AgXFxfUqlULw4cPl36xPH36FF9++SU++eQT/Pjjj/D29oazszNCQ0Oxbt06bNu2DVu2bIGBgQG6deuGtWvX5trO6tWr8cEHH6BWrVr5tsXExAT29vaoVKkS6tevj5kzZ+KHH37AihUrcPjw4QL3Y9GiRRg4cCCqVq2a5/SffvoJ7du3R79+/VC1alW0adMGY8eOxcyZM/P9Ac/uvr1p0yY0bNgQZcqUQe3atfHHH39I82RlZaF3796oUqUKjI2N4erqioULF2qsJ/vK7Zw5c1ChQgXY2Nhg4MCBGo+HSEpKQlBQEIyNjVGlSpVc3ZsA4PHjxwgNDYWtrS0sLCzQrFkzXLhwQZoeFhYGb29vrF69Gk5OTjAzM8OAAQOQlZWFWbNmwd7eHuXLl8e0adM01vt6F/c7d+6gc+fOsLa2hqmpKXx8fHJ1xXr9GGV3cY+IiIAgCPj9999Rp04dGBsbo1mzZkhKSsL+/fvh5uYGCwsLdOnSBc+ePZPWExAQgEGDBmHQoEGwtLREuXLlMH78eI3vzU8//QQfHx+Ym5vD3t4eXbp0QVJSkkZ7Ll++jLZt28LCwgLm5ub48MMPERsbi7CwMKxbtw6//vqr1FMjIiIiz30iIiIiehNZWVnYtGkTnj59igYNGuSa/vLlS/z444+wtLSEl5cXAMDLywtnz57Fo0ePEBUVhfT0dFSvXh3Hjx/HuXPnMGTIEKV3g4je0FsX6A8fPsSBAwcwcOBAmJqa5ppuZWUFADh48CCSk5MxcuTIXPMEBQXBxcUFv/zyCwCgd+/euH79Oo4dOybNk5aWhm3bthV49Tw/PXr0QNmyZYvc1T0/L168QJkyZTTeMzY2xp07d3Dr1q0Clx01ahRGjBiB8+fPo0GDBggKCkJycjKAV11sKlWqhK1bt+Kff/7BhAkT8M0332DLli0a6wgPD0dsbCzCw8Oxbt06rF27VuNERkhICG7fvo3w8HBs27YN33//fa7i87PPPpMK3aioKNStWxfNmzfHw4cPpXliY2Oxf/9+HDhwAL/88gtWrVqFNm3a4M6dO/jjjz8wc+ZMfPvtt/kW3GlpaWjSpAnu3r2L3bt348KFCxg9enSxuxCFhYVhyZIlOHHiBG7fvo3g4GAsWLAAGzduxG+//YaDBw9i8eLFGsusW7cO+vr6OH36NBYuXIh58+Zh5cqV0vSMjAxMmTIFFy5cwK5duxAXF4eQkBBp+t27d9G4cWMYGRnh6NGjiIqKQq9evZCZmYmRI0ciODgYLVu2REJCAhISEtCwYcNi7RMRERFRXi5dugQzMzMYGRmhX79+2LlzJ9zd3aXpe/fuhZmZGcqUKYP58+fj0KFDKFeuHAAgMDAQX3zxBXx9fRESEoJ169bB1NQU/fv3x/Lly7Fs2TK4urrC399f6jZPRLrprfsU37hxA6IoombNmgXOd+3aNQCAm5tbntNr1qwpzePu7o769etj9erVaNy4MYBX936LoohOnToVu40qlQouLi6Ii4sr9rI5BQYG4quvvkJISAiaNm2KGzduYO7cuQBe3YPt7Oyc77KDBg1Cx44dAbwaCOTAgQNYtWoVRo8eDQMDA0yaNEmat0qVKvjrr7+wZcsWBAcHS++XLVsWS5YsgZ6eHmrWrIk2bdrgyJEj+PLLL3Ht2jXs378fp0+fhq+vLwBg1apVGsf7+PHjOH36NJKSkqTu6HPmzMGuXbuwbds26TYAtVqN1atXw9zcHO7u7mjatCmuXr2Kffv2QaVSwdXVFTNnzkR4eDg++OCDXPu6ceNG3L9/H2fOnIG1tTUAoHr16sU+3lOnToW/vz+AVydtxo4di9jYWKmHw//+9z+Eh4djzJgx0jKOjo6YP38+BEGAq6srLl26hPnz5+PLL78E8OoWhmxVq1bFokWL4Ovri7S0NJiZmWHp0qWwtLTEpk2bYGBgAODVfV/ZjI2N8eLFC9jb2+fb7hcvXuDFixfS16mpqcXed6I38foJRCI5MGekhPcxZ66uroiOjkZKSgq2bduGHj164I8//pCK9KZNmyI6OhoPHjzAihUrEBwcjFOnTqF8+fIAXl3YCAsLk9Y3adIktGjRAgYGBpg6dSouXbqEvXv3onv37oiKitLGLuoUQRDg4ODAQeJI57z1FfTi3rtR1Pl79eqFbdu24cmTJwBedW//7LPPYG5uXuw2Zm83+wewVatWMDMzg5mZWYHd5V/35ZdfYtCgQWjbti0MDQ1Rv3596YSBSlXwoczZRUlfXx8+Pj6IiYmR3lu6dCnq1asHW1tbmJmZ4ccff0R8fLzGOmrVqgU9PT3p6woVKkhXyGNiYqCvr4969epJ02vWrCn1YACACxcuIC0tDTY2NtL+m5mZ4ebNm4iNjZXmc3Z21jjOdnZ2cHd319hHOzu7XFfns0VHR6NOnTpScf6mPD09NbZnYmKicftBXm2oX7++xi/aBg0a4Pr169IghFFRUQgKCoKTkxPMzc3RpEkTAJCOdXR0ND788EOpOH8T06dPh6WlpfRydHQEwFHcSV7Zt10wZyQn5oyU8L7mzNDQENWrV0e9evUwffp0eHl5adzyaGpqiurVq6N+/fpYtWoV9PX1sWrVqjzXdeXKFfz888+YMmUKIiIi0LhxY9ja2iI4OBjnzp2TPl+/zwRBgL6+/nuXM9J9b12g16hRA4Ig4MqVKwXOl30VMmdRmlNMTIzGlcrswnfLli24fv06IiMj36h7O/DqXp7r16+jSpUqAICVK1ciOjoa0dHR2LdvX5HXIwgCZs6cibS0NNy6dQv//fcf/Pz8ACDf+9aLYtOmTRg5ciR69+6NgwcPIjo6Gj179sTLly815nu9aBQEoVjdxtPS0lChQgVp37NfV69exahRowrcTnG2bWxsXOQ2FSTnNovbhrw8ffoUgYGBsLCwwIYNG3DmzBns3LkTAKRjXRJtHzt2LFJSUqTX7du3AXAgEpLX+zjqMSmPOSMlMGevqNVqjR55RZ0uiiL69u2LefPmwczMDFlZWdKYRdn/Zl+4eJ+p1WrEx8dzFHfSOW/dxd3a2hqBgYFYunQphgwZkus+9MePH8PKygoff/wxrK2tMXfu3Fz37e7evRvXr1/HlClTpPfMzc3x2WefYfXq1YiNjYWLiws+/PDDN2rjunXr8OjRI6mLecWKFd9oPdn09PSkdfzyyy9o0KABbG1tC1zm5MmTUnf9zMxMREVFYdCgQQCAyMhINGzYEAMGDJDmz3lFuyhq1qwprTe7i/vVq1fx+PFjaZ66deviv//+g76+foHd8d+Wp6cnVq5ciYcPH771VfTiev2++JMnT6JGjRrQ09PDlStXkJycjBkzZkhXtc+ePasxv6enJ9atW4eMjIw8r6IbGhoW+kfNyMjojUe0JyIiovfP2LFj0apVKzg5OeHJkyfYuHEjIiIi8Pvvv+Pp06eYNm0aPvnkE1SoUAEPHjzA0qVLcffuXXz22We51rVy5UrY2tpKzz339/dHWFgYTp48if3798Pd3V2jhyUR6ZYSGcV96dKlyMrKgp+fH7Zv347r168jJiYGixYtkrp2m5qa4ocffsCvv/6KPn364OLFi4iLi8OqVasQEhKC//3vfxr3WwOv7js+ceIEli9frnHvcEGePXuG//77D3fu3MHJkycxZswY9OvXD/3790fTpk0LXPbGjRuIjo7Gf//9h/T0dOkKc/bV1QcPHmD58uW4cuUKoqOjMXToUGzduhULFiwo0jHauXMnrly5goEDB+LRo0fSPtWoUQNnz57F77//jmvXrmH8+PE4c+ZMkfY3m6urK1q2bIm+ffvi1KlTiIqKQmhoqMYV4RYtWqBBgwZo3749Dh48iLi4OJw4cQLjxo3LVai+jc6dO8Pe3h7t27dHZGQk/v33X2zfvh1//fVXiW0jP/Hx8Rg+fDiuXr2KX375BYsXL8bQoUMBAE5OTjA0NMTixYvx77//Yvfu3RonhYBXYwWkpqaiU6dOOHv2LK5fv46ffvoJV69eBfCq+//Fixdx9epVPHjwQGMUfSIiIqI3kZSUhO7du8PV1RXNmzfHmTNn8Pvvv+Ojjz6SLjJkPykpe6DhP//8M9etmomJiZg2bRoWLVokvefn54cRI0agTZs22LJlC9asWaP07hFRMZTIg6erVq2Kc+fOYdq0aRgxYgQSEhJga2uLevXqYdmyZdJ82YN6TZs2DR9++CGeP3+OGjVqYNy4cRg2bFiue0AaNWoEV1dX3LhxA927dy9SW1asWIEVK1bA0NAQNjY2qFevHjZv3owOHToUumxoaKjG48/q1KkDALh586Z0xXndunUYOXIkRFFEgwYNEBERIXVzL8iMGTMwY8YMREdHo3r16ti9e7c08mbfvn1x/vx5fP755xAEAZ07d8aAAQOwf//+Iu1ztjVr1iA0NBRNmjSBnZ0dpk6divHjx0vTBUHAvn37MG7cOPTs2RP379+Hvb09GjduDDs7u2JtqyCGhoY4ePAgRowYgdatWyMzMxPu7u5YunRpiW0jP927d0d6ejr8/Pygp6eHoUOHSoPf2draYu3atfjmm2+waNEi1K1bF3PmzMEnn3wiLW9jY4OjR49i1KhRaNKkCfT09ODt7S0NVvfll18iIiICPj4+SEtLQ3h4OAICAmTfLyIiIiq98ruXHHg1YF5Rn0RkZ2eX56DIEyZMwIQJE960eUSkIEF832/wkVlcXByqVKmC8+fPw9vbW9vNKdUCAgLg7e1dpB4NSkpNTYWlpSUOHz6c56MIiUpKzsEwieTCnJES3tWc1a9fX9tNoGJQq9WFDvRMlJfsz/cpKSmwsLAo0XUzkUQK4bkwkpMoitKLSC7MGSmBOSMliKKIzMxM5ox0Dgt0IqJS4vnz59puAr0HmDNSAnNGchNFEffu3WOBTjqnRO5Bp/w5OzvzB18hERER2m4CERERERHRG+MVdCIiIiIiIiIdwAKdiKiUeBcHVKJ3D3NGSmDOSAnMGekidnEnUgj/CJCcBEGAsbGxtptBpRxzRkpgzkgJKpUKlStX1nYziHLhFXQihXAsApKTKIrIyspizkhWzBkpgTkjJYiiiPT0dOaMdA6voBMpxMfHB1ZWVtpuBpVSarUa8fHxcHJy4jNdSTbMGSmBOSMliKKIxMREODk5sZcj6RT+1iMiIiIiIiLSASzQiYiIiIiIiHQAC3QiolLCwMBA202g9wBzRkpgzkgJzBnpIkHkyAhEskpNTYWlpSVSUlJgYWGh7eYQEREREdFbkPPzPa+gEymE58JITqIo4smTJ8wZyYo5IyUwZ6QE5ox0FQt0IoXwDwDJSRRFJCcnM2ckK+aMlMCckRKYM9JVLNCJiIiIiIiIdAALdCIiIiIiIiIdwAKdiKiUMDY21nYT6D3AnJESmDNSAnNGukhf2w0gel+oVDwfRvJRqVSws7PTdjOolGPOSAnMGSmBOSNdxYqBSCEchITkJIoiHj9+zJyRrJgzUgJzRkpgzkhXsUAnUgj/AJCc+EGDlMCckRKYM1ICc0a6igU6ERERERERkQ5ggU5ERERERESkA1igExGVEmZmZtpuAr0HmDNSAnNGSmDOSBdxFHcihXAUd5KTSqVCuXLltN0MKuWYM1ICc0ZKYM5IV7FiIFKIWq3WdhOoFFOr1Xjw4AFzRrJizkgJzBkpgTkjXcUCnYiolEhLS9N2E+g9wJyREpgzUgJzRrqIXdyJFFJn8kGIhqbabgaVUnqCCD9bEafv/40sUdB2c0jHxc1oo+0mEBERUR54BZ2IiIiIiIhIB7BAJ1KIWtR2C6g0U4vA7acCc0ayEgQBVlZWEAT20iD5MGekBOaMdBW7uBMpRIQA/gkguYgQcOeptltBpV32B1oiOTFnpATmjHQVr6ATKUQFXtok+aggwt1KzZyRrNRqNRITEznqMcmKOSMlMGekq1igEymEPahIToIAWBoyZyS/9PR0bTeB3gPMGSmBOSNdxAKdiIiIiIiISAewQCciIqJCHTt2DJ988gk++OAD6OnpYdeuXRrTExMTERISAgcHB5iYmKBly5a4fv26xjzDhw+HtbU1HB0dsWHDBo1pW7duRVBQkNy7QUREpNNYoL+nIiIiIAgCHj9+/EbLr127tkQG1hAEQfqQFxcXB0EQEB0d/dbr1UUcXZvkpBaB2FSO4k7yefr0Kby8vDB//vxc00RRRPv27fHvv//i119/xfnz51G5cmW0aNECT5++Gr1wz5492LhxIw4ePIhZs2YhNDQUDx48AACkpKRg3LhxWLp0qaL7RLpJEATY2NhwdG2SFXNGuooFuhaEhISgffv22m4GKUzkGO4kIxECkp4LzBnJplWrVpg2bRq6dOmSa9r169dx8uRJLFu2DL6+vnB1dcWyZcuQnp6OX375BQAQExODgIAA+Pj4oHPnzrCwsMDNmzcBAKNHj0b//v3h5OSk6D6RbhIEAebm5iycSFbMGekqFuhEClEJvLRJ8lEJIryt1cwZyUqtVuPu3bu53n/x4gUAoEyZMtJ7KpUKRkZGOH78OADAy8sLZ8+exaNHjxAVFYX09HRUr14dx48fx7lz5zBkyBBldoJ0XnbOOLo2yYk5I13FAl0H/f3332jVqhXMzMxgZ2eHbt26Sd0AAeDJkyfo2rUrTE1NUaFCBcyfPx8BAQEYNmyYNM9PP/0EHx8fmJubw97eHl26dEFSUlKx2vH48WP07dsXdnZ2KFOmDGrXro29e/dqzPP777/Dzc0NZmZmaNmyJRISEqRpZ86cwUcffYRy5crB0tISTZo0wblz50r0WAQEBGDIkCEYPXo0rK2tYW9vj7CwMI11XLlyBY0aNUKZMmXg7u6Ow4cPa3StB4Dbt28jODgYVlZWsLa2Rrt27RAXFydNj4iIgJ+fH0xNTWFlZQV/f3/cunWrWPvC87MkJwGAsT5zRvLLyMjI9V7NmjXh5OSEsWPH4tGjR3j58iVmzpyJO3fuSH8XAgMD8cUXX8DX1xchISFYt24dTE1N0b9/fyxfvhzLli2Dq6sr/P39cfnyZaV3i3RMXjkjKmnMGekiFug65vHjx2jWrBnq1KmDs2fP4sCBA0hMTERwcLA0z/DhwxEZGYndu3fj0KFD+PPPP3MVvhkZGZgyZQouXLiAXbt2IS4uDiEhIUVuh1qtRqtWrRAZGYmff/4Z//zzD2bMmAE9PT1pnmfPnmHOnDn46aefcOzYMcTHx2PkyJHS9CdPnqBHjx44fvw4Tp48iRo1aqB169Z48uRJiR0LANKHvFOnTmHWrFmYPHkyDh06BADIyspC+/btYWJiglOnTuHHH3/EuHHjch2rwMBAmJub488//0RkZKR0wuHly5fIzMxE+/bt0aRJE1y8eBF//fUX+vTpk2+XqBcvXiA1NVXjRURUmhkYGGDHjh24du0arK2tYWJigvDwcLRq1Qoq1f991AgLC8ONGzdw6dIldOjQAdOnT0eLFi1gYGCAqVOn4vjx4wgNDUX37t21uDdERETao6/tBpCmJUuWoE6dOvjuu++k91avXg1HR0dcu3YNFSpUwLp167Bx40Y0b94cALBmzRo4ODhorKdXr17S/6tWrYpFixbB19cXaWlpMDMzK7Qdhw8fxunTpxETEwMXFxdpPTllZGRg+fLlqFatGgBg0KBBmDx5sjS9WbNmGvP/+OOPsLKywh9//IG2bdu+9bHIbpenpycmTpwIAKhRowaWLFmCI0eO4KOPPsKhQ4cQGxuLiIgI2NvbAwCmTZuGjz76SFrn5s2boVarsXLlSqnoXrNmDaysrBAREQEfHx+kpKSgbdu20r66ubnl2+7p06dj0qRJhe4fEVFpUq9ePURHRyMlJQUvX76Era0tPvjgA/j4+OQ5/5UrV/Dzzz/j/PnzWL16NRo3bgxbW1sEBwejV69eePLkCczNzRXeCyIiIu3iFXQdc+HCBYSHh8PMzEx61axZEwAQGxuLf//9FxkZGfDz85OWsbS0hKurq8Z6oqKiEBQUBCcnJ5ibm6NJkyYAgPj4+CK1Izo6GpUqVZKK4LyYmJhIBSsAVKhQQaMbfWJiIr788kvUqFEDlpaWsLCwQFpaWpHbUNixyObp6amxXM52XL16FY6OjlJxDkDj2GVv58aNGzA3N5e2Y21tjefPnyM2NhbW1tYICQlBYGAggoKCsHDhQo2u/K8bO3YsUlJSpNft27cBcBR3kpdaBP55zFHcSV6CIMDOzq7AeSwtLWFra4vr16/j7NmzaNeuXa55RFFE3759MW/ePJiZmSErK0vqapr9b1ZWVsnvAL0TsnPGwbtITswZ6SpeQdcxaWlpCAoKwsyZM3NNq1ChAm7cuFHoOp4+fYrAwEAEBgZiw4YNsLW1RXx8PAIDA/Hy5csitcPY2LjQeQwMDDS+FgQBovh/1UGPHj2QnJyMhQsXonLlyjAyMkKDBg2K3IbCjkVB7SjOgB9paWmoV69ermfyAoCtrS2AV1fUhwwZggMHDmDz5s349ttvcejQIdSvXz/XMkZGRjAyMsr1vgiB9weTbEQISCnajxbRG0lLS9P4G3Tz5k1ER0fD2toaTk5O2Lp1K2xtbeHk5IRLly5h6NChaN++PT7++ONc61q5ciVsbW2l5577+/sjLCwMJ0+exP79++Hu7l4ij/Kkd5MgCEX6HEL0Npgz0lUs0HVM3bp1sX37djg7O0NfP/e3p2rVqjAwMMCZM2ekx9GkpKTg2rVraNy4MYBX3QaTk5MxY8YMODo6AgDOnj1brHZ4enrizp07Gl3JiysyMhLff/89WrduDeDVQGw5B3grTGHHoihcXV1x+/ZtJCYmSld9zpw5k2s7mzdvRvny5WFhYZHvuurUqYM6depg7NixaNCgATZu3JhngZ4fPUEEL26SXPQEET7lRJx9ICBL5KkgKnlnz55F06ZNpa+HDx8O4NXJ2LVr1yIhIQHDhw9HYmIiKlSogO7du2P8+PG51pOYmIhp06bhxIkT0nt+fn4YMWIE2rRpg/Lly2PdunXy7xDpLLVajdu3b8PR0VFjDAOiksScka5iGrUkJSUF0dHRGq/bt29j4MCBePjwITp37owzZ84gNjYWv//+O3r27ImsrCyYm5ujR48eGDVqFMLDw3H58mX07t0bKpVK6qLj5OQEQ0NDLF68GP/++y92796NKVOmFKt9TZo0QePGjdGxY0ccOnQIN2/exP79+3HgwIEir6NGjRr46aefEBMTg1OnTqFr167FOlNZ2LEoio8++gjVqlVDjx49cPHiRURGRuLbb78FAOl4de3aFeXKlUO7du3w559/4ubNm4iIiMCQIUNw584d3Lx5E2PHjsVff/2FW7du4eDBg7h+/XqB96ETaYOKdTnJKCAgAFlZWbh58yaysrIgiiJEUcTatWsBAEOGDMHt27fx8uVL3Lp1C1OmTIGhoWGu9djZ2SEuLi7X2CkTJkxAcnIyYmJict2KRO+fnD3yiOTCnJEuYoGuJREREdIV2ezXpEmT4ODggMjISGRlZeHjjz+Gh4cHhg0bBisrK+ns3rx589CgQQO0bdsWLVq0gL+/P9zc3KTnz9ra2mLt2rXYunUr3N3dMWPGDMyZM6fYbdy+fTt8fX3RuXNnuLu7Y/To0cW6J3DVqlV49OgR6tati27dumHIkCEoX758kZcvyrEojJ6eHnbt2oW0tDT4+voiNDRUGsU9+3iZmJjg2LFjcHJywqeffgo3Nzf07t0bz58/h4WFBUxMTHDlyhV07NgRLi4u6NOnDwYOHIi+ffsWeV+IiIiIiIgKI4g8dfTOe/r0KSpWrIi5c+eid+/e2m6OzouMjESjRo1w48YNjUHu5JKamgpLS0s4f7UZoqGp7Nuj95OeIMLPVsTp++ziToWLm9HmjZZTq9WIj4+Hk5MTu4SSbJgzUgJzRm8j+/N9SkpKgbfIvgneg/4OOn/+PK5cuQI/Pz+kpKRIjzbLa6RcAnbu3AkzMzPUqFEDN27cwNChQ+Hv769IcZ5TlsguKySfLBGIThaQxVOuJCNBEODg4MBRj0lWzBkpgTkjXcUC/R01Z84cXL16FYaGhqhXrx7+/PNPlCtXTtvN0klPnjzBmDFjEB8fj3LlyqFFixaYO3euFlrCPwAkJwEv1SKYM5KTIAjQ19fnB1qSFXNGSmDOSFexizuRzNjFnZTALu5UHOziTrqMOSMlMGf0NuTs4s40EhEREREREekAFuhEREREREREOoAFOhEREREREZEOYIFOpBDeF0xyyhIF3n9OslOpVLxfk2THnJESmDPSVRzFnUghl8I+hqWlpbabQaWUKIrIyMiAgYEBR6Ql2YiiiMzMTOaMZMWckRKYM9JVPGVEpBA+MIHkJIoi7t27x5yRrJgzUgJzRkpgzkhXsUAnIiIiIiIi0gEs0ImIiIiIiIh0AAt0IqJSgvfQkRKYM1ICc0ZKYM5IFwkib7wgklVqaiosLS2RkpICCwsLbTeHiIiIiIjegpyf73kFnUghPBdGchJFEenp6cwZyYo5IyUwZ6QE5ox0FQt0IoXwDwDJSRRFJCYmMmckK+aMlMCckRKYM9JVLNCJiIiIiIiIdAALdCIiIiIiIiIdwAKdiKiUMDAw0HYT6D3AnJESmDNSAnNGuoijuBPJjKO4ExERERGVHhzFnagU4LkwkpMoinjy5AlzRrJizkgJzBkpgTkjXcUCnUgh/ANAchJFEcnJycwZyYo5IyUwZ6QE5ox0FQt0IiIiIiIiIh3AAp2IiIiIiIhIB7BAJyIqJYyNjbXdBHoPMGekBOaMlMCckS7S13YDiN4XKhXPh5F8VCoV7OzstN0MKuWYM1ICc0ZKYM5IV7FAJ1LI6dOnYWZmpu1mUCkliiIyMzOhr68PQRC03Zz3Qv369bXdBMWJooiUlBRYWloyZyQb5oyUwJyRruIlPSKiUiIjI0PbTaBSThRFPH78mKMek6yYM1ICc0a6igU6ERERERERkQ5ggU5ERERERESkA1igExGVEvr6HFaE5MexNEgJzBkpgTkjXcRPc0QK4QAkJCdBEGBoaKjtZlApp1KpUK5cOW03g0o55oyUwJyRruIVdCKFcBASkpMoinj58iVzRrJSq9V48OAB1Gq1tptCpRhzRkpgzkhXsUAnIiolMjMztd0EKoJjx44hKCgIDg4OEAQBu3btyjVPTEwMPvnkE1haWsLU1BS+vr6Ij4+Xpg8fPhzW1tZwdHTEhg0bNJbdunUrgoKCZGt/WlqabOsmysackRKYM9JFLNALEBAQgGHDhpXoOkVRRJ8+fWBtbQ1BEBAdHZ1rnrVr18LKyqpEt/u6kJAQtG/fXtZtvCucnZ2xYMGCIs8fFhYGb29v2dpDRKXb06dP4eXlhaVLl+Y5PTY2Fo0aNULNmjURERGBixcvYvz48ShTpgwAYM+ePdi4cSMOHjyIWbNmITQ0FA8ePAAApKSkYNy4cfmum4iIiHTbO30PekhICB4/fpzn1QdddeDAAaxduxYRERGoWrWq1u59WbhwIbvCEhFpQatWrdCqVat8p48bNw6tW7fGrFmzpPeqVasm/T8mJgYBAQHw8fGBj48Phg0bhps3b6JcuXIYPXo0+vfvDycnJ1n3gYiIiOTBK+gKi42NRYUKFdCwYUPY29trbdRlS0tL2a/SE5GyDAwMtN0EektqtRq//fYbXFxcEBgYiPLly+ODDz7QOBHt5eWFs2fP4tGjR4iKikJ6ejqqV6+O48eP49y5cxgyZIhs7RMEAVZWVhz0kmTFnJESmDPSVaW6QJ83bx48PDxgamoKR0dHDBgwINe9JpGRkQgICICJiQnKli2LwMBAPHr0KM/1/fbbb7C0tMx1v19Of/zxB/z8/GBkZIQKFSrg66+/lu4LDQkJweDBgxEfHw9BEODs7Fxg+3ft2oUaNWqgTJkyCAwMxO3bt6VpeXVRHzZsGAICAqSvt23bBg8PDxgbG8PGxgYtWrTA06dP81w+ICAAQ4YMwejRo2FtbQ17e3uEhYVprP/x48cIDQ2Fra0tLCws0KxZM1y4cEGafuHCBTRt2hTm5uawsLBAvXr1cPbsWQDArVu3EBQUhLJly8LU1BS1atXCvn378t13Z2dnTJ06Fd27d4eZmRkqV66M3bt34/79+2jXrh3MzMzg6ekprT/b9u3bUatWLRgZGcHZ2Rlz587VmJ6UlISgoCAYGxujSpUqeX4vC9vPN8U/ACQnQRBgYGDAnL3jkpKSkJaWhhkzZqBly5Y4ePAgOnTogE8//RR//PEHACAwMBBffPEFfH19ERISgnXr1sHU1BT9+/fH8uXLsWzZMri6usLf3x+XL18u0fbxAy0pgTkjJTBnpKtKdYGuUqmwaNEiXL58GevWrcPRo0cxevRoaXp0dDSaN28Od3d3/PXXXzh+/DiCgoKQlZWVa10bN25E586dsWHDBnTt2jXP7d29exetW7eGr68vLly4gGXLlmHVqlWYOnUqgFfdyidPnoxKlSohISEBZ86cybftz549w7Rp07B+/XpERkbi8ePH6NSpU5H3PSEhAZ07d0avXr0QExODiIgIfPrppwV2a8/+kHfq1CnMmjULkydPxqFDh6Tpn332GZKSkrB//35ERUWhbt26aN68OR4+fAgA6Nq1KypVqoQzZ84gKioKX3/9tXRFb+DAgXjx4gWOHTuGS5cuYebMmYU+e3L+/Pnw9/fH+fPn0aZNG3Tr1g3du3fHF198gXPnzqFatWro3r27tE9RUVEIDg5Gp06dcOnSJYSFhWH8+PFYu3attM6QkBDcvn0b4eHh2LZtG77//nskJSVpbLew/SzMixcvkJqaqvECOIo7yUsURbx48YI5e8dljybcrl07fPXVV/D29sbXX3+Ntm3bYvny5dJ8YWFhuHHjBi5duoQOHTpg+vTpaNGiBQwMDDB16lQcP34coaGh6N69e4m3LzExkaMek6yYM1ICc0a66p2+B70wOQd4y74i269fP3z//fcAgFmzZsHHx0f6GgBq1aqVaz1Lly7FuHHjsGfPHjRp0iTf7X3//fdwdHTEkiVLIAgCatasiXv37mHMmDGYMGECLC0tYW5uDj09Pdjb2xfY9oyMDCxZsgQffPABgFfFs5ubG06fPg0/P79C9z0hIQGZmZn49NNPUblyZQCAh4dHgct4enpi4sSJAIAaNWpgyZIlOHLkCD766CMcP34cp0+fRlJSEoyMjAAAc+bMwa5du7Bt2zb06dMH8fHxGDVqFGrWrCmtI1t8fDw6duwotaFq1aqF7kPr1q3Rt29fAMCECROwbNky+Pr64rPPPgMAjBkzBg0aNEBiYiLs7e0xb948NG/eHOPHjwcAuLi44J9//sHs2bMREhKCa9euYf/+/Th9+jR8fX0BAKtWrYKbm5u0zaLsZ2GmT5+OSZMmFTofUUnL6+QivVvKlSsHfX19uLu7a7zv5uaG48eP57nMlStX8PPPP+P8+fNYvXo1GjduDFtbWwQHB6NXr1548uQJzM3NS6yN6enpJbYuovwwZ6QE5ox0Uam+gn748GE0b94cFStWhLm5Obp164bk5GQ8e/YMwP9dQS/Itm3b8NVXX+HQoUMFFufAq4F7GjRooNFVxt/fH2lpabhz506x2q6vry8VkQBQs2ZNWFlZISYmpkjLe3l5oXnz5vDw8MBnn32GFStW5Nt1P5unp6fG1xUqVJCuLl+4cAFpaWmwsbGBmZmZ9Lp58yZiY2MBvHrsT2hoKFq0aIEZM2ZI7wPAkCFDMHXqVPj7+2PixIm4ePFiofuQsz12dnYANE8yZL+X3caYmBj4+/trrMPf3x/Xr19HVlYWYmJioK+vj3r16knTs49rtqLsZ2HGjh2LlJQU6ZXz1gQiooIYGhrC19cXV69e1Xj/2rVr0snWnERRRN++fTFv3jyYmZkhKysLGRkZACD9yxM3RERE745SW6DHxcWhbdu28PT0xPbt2xEVFSU9dubly5cAAGNj40LXU6dOHdja2mL16tU61XVUpVLlak/2hzEA0NPTw6FDh7B//364u7tj8eLFcHV1xc2bN/Nd5+sDTAmCIHX7SUtLQ4UKFRAdHa3xunr1KkaNGgXgVZfLy5cvo02bNjh69Cjc3d2xc+dOAEBoaCj+/fdfdOvWDZcuXYKPjw8WL15c4D7mbE/2SY+83ivJrklF2c/CGBkZwcLCQuNFRJQtLS1N+t0CADdv3kR0dLT0nPNRo0Zh8+bNWLFiBW7cuIElS5Zgz549GDBgQK51rVy5Era2ttJzz/39/XH06FGcPHkS8+fPh7u7OwcEJSIieoeU2gI9KioKarUac+fORf369eHi4oJ79+5pzOPp6YkjR44UuJ5q1aohPDwcv/76KwYPHlzgvG5ubvjrr780CufIyEiYm5ujUqVKxWp/ZmamxgBoV69exePHj6Xu2La2tkhISNBY5vVnqguCAH9/f0yaNAnnz5+HoaGhVDAXV926dfHff/9BX18f1atX13jlfFSci4sLvvrqKxw8eBCffvop1qxZI01zdHREv379sGPHDowYMQIrVqx4o7bkx83NDZGRkRrvRUZGwsXFBXp6eqhZsyYyMzMRFRUlTc8+rsXdTyJdZGhoqO0mUBGcPXsWderUQZ06dQC86n1Up04dTJgwAQDQoUMHLF++HLNmzYKHhwdWrlyJ7du3o1GjRhrrSUxMxLRp07Bo0SLpPT8/P4wYMQJt2rTBli1bNH4HlwRBEGBjY8NBlUhWzBkpgTkjXfXO34OekpKSqzC1sbFB9erVkZGRgcWLFyMoKAiRkZEaA+wAr7oie3h4YMCAAejXrx8MDQ0RHh6Ozz77LFfRGR4ejoCAAOjr62PBggV5tmXAgAFYsGABBg8ejEGDBuHq1auYOHEihg8fDpWqeOdCDAwMMHjwYCxatAj6+voYNGgQ6tevL91/3qxZM8yePRvr169HgwYN8PPPP+Pvv/+WPvCdOnUKR44cwccff4zy5cvj1KlTuH//vsb91sXRokULNGjQAO3bt8esWbOkEx6//fYbOnTogFq1amHUqFH43//+hypVquDOnTs4c+YMOnbsCODVeACtWrWCi4sLHj16hPDw8DduS35GjBgBX19fTJkyBZ9//jn++usvLFmyRBpjwNXVFS1btkTfvn2xbNky6OvrY9iwYRo9KQrbTx8fnzduH/8AkJwEQdDaYxupeAICAgrtkdWrVy/06tWrwHns7OwQFxeX6/0JEyZIxX5JEwShRO9nJ8oLc0ZKYM5IV73zV9AjIiKkKxHZr0mTJsHLywvz5s3DzJkzUbt2bWzYsAHTp0/XWNbFxQUHDx7EhQsX4OfnhwYNGuDXX3/N80Ouq6srjh49il9++QUjRozIsy0VK1bEvn37cPr0aXh5eaFfv37o3bs3vv3222Lvl4mJCcaMGYMuXbrA398fZmZm2Lx5szQ9MDAQ48ePx+jRo+Hr64snT55ojNZrYWGBY8eOoXXr1nBxccG3336LuXPnolWrVsVuC/Dql9i+ffvQuHFj9OzZEy4uLujUqRNu3boFOzs76OnpITk5Gd27d4eLiwuCg4PRqlUrabC0rKwsDBw4EG5ubmjZsiVcXFw0BucrCXXr1sWWLVuwadMm1K5dGxMmTMDkyZMREhIizbNmzRo4ODigSZMm+PTTT9GnTx+UL1++yPv5NnTpFgkqfURRxPPnz5kzkpVarcbdu3c56jHJijkjJTBnpKsEkZ/miGSVmpoKS0tLHDp0qNBHyxG9KVEUkZ6eDmNjY/bWUEj9+vW13QTFqdVqxMfHw8nJqdg9w4iKijkjJTBn9DayP9+npKSU+HhTTCMRERERERGRDmCBTkRERERERKQDWKATEZUSRkZG2m4ClXKCIMDOzo63UZCsmDNSAnNGuopD/hIphH8ASE6CIEBPT0/bzaBSThAEjSdfEMmBOSMlMGekq3gFnUghHI+R5JQ9SBxzRnJSq9W4desWRz0mWTFnpATmjHQVC3QiolKCxTkpgTkjJTBnpATmjHQRC3QiIiIiIiIiHcB70IkU4uPjAysrK203g0opPs+ViIiI6N3HT3FECuEgcSQnQRDg4ODAnJGsmDNSAnNGSmDOSFexQCdSCP8AkJwEQYC+vj5zRrJizkgJzBkpgTkjXcUCnUghHCWU5JTdxZ05IzkxZ6QE5oyUwJyRrmKBTkRERERERKQDWKATERERERER6QAW6EREREREREQ6QBBFUdR2I4hKs9TUVFhaWiIlJQUWFhbabg6VYmq1mo9YI9kxZ6QE5oyUwJzRm5Lz8z0TSaQQngsjOYmiiMzMTOaMZMWckRKYM1ICc0a6igU6kUL4B4DkJIoi7t27x5yRrJgzUgJzRkpgzkhXsUAnIiIiIiIi0gEs0ImIiIiIiIh0AAt0IqJSQhAEbTeB3gPMGSmBOSMlMGekiziKO5HMOIo7EREREVHpwVHciUoBngsjOYmiiPT0dOaMZMWckRKYM1ICc0a6igU6kUL4B4DkJIoiEhMTmTOSFXNGSmDOSAnMGekqFuhEREREREREOoAFOhEREREREZEO0Nd2A4jeF96TDwKGptpuBpVSKkGEZ1kRFx/9DbX4/oxKGzejjbab8N4xMDDQdhPoPcCckRKYM9JFLNCJFKIWBXZZIdmoRQHRD9+fwpy0Q6VSoWLFitpuBpVyzBkpgTkjXcV6gUghAjgICclHgIjyZUTmjGQliiKePHnCQZVIVswZKYE5I13FAp1IISpe3CQZqQSgmoXInJGsRFFEcnIyP9CSrJgzUgJzRrqKBToRERERERGRDmCBTkRERERERKQDWKATKYQ9qEhOogikvGTOSH7GxsbabgK9B5gzUgJzRrqIo7gTKUQNjuJO8lFDwD+PeQM6yUulUsHOzk7bzaBSjjkjJTBnpKtYL5QCcXFxEAQB0dHR2m6KTgkICMCwYcO03QwJR9cmOQkQUcmUo7gX1bFjxxAUFAQHBwcIgoBdu3blO2+/fv0gCAIWLFig8f7w4cNhbW0NR0dHbNiwQWPa1q1bERQUJEPLtUsURTx+/JiDKpGsmDNSAnNGuuq9KdBDQkIgCEKuV8uWLbXdtLfm6OiIhIQE1K5dW9tNkYWzs3OuD8ZFsWPHDkyZMqXI88t9ooOja5OcVALgaMpR3Ivq6dOn8PLywtKlSwucb+fOnTh58iQcHBw03t+zZw82btyIgwcPYtasWQgNDcWDBw8AACkpKRg3blyh634X8QMtKYE5IyUwZ6Sr3qsu7i1btsSaNWs03jMyMtJSa0qOnp4e7O3ttd2MEvfy5UsYGhq+8fLW1tYl2BoiKk1atWqFVq1aFTjP3bt3MXjwYPz+++9o06aNxrSYmBgEBATAx8cHPj4+GDZsGG7evIly5cph9OjR6N+/P5ycnOTcBSIiIiqF3psr6MCrYtze3l7jVbZsWWn648eP0bdvX9jZ2aFMmTKoXbs29u7dK03fvn07atWqBSMjIzg7O2Pu3Lka63d2dsZ3332HXr16wdzcHE5OTvjxxx815rl06RKaNWsGY2Nj2NjYoE+fPkhLS5Omh4SEoH379vjuu+9gZ2cHKysrTJ48GZmZmRg1ahSsra1RqVIljRMNeV35vXz5Mtq2bQsLCwuYm5vjww8/RGxsbJ7HZe3atbCystJ4b9euXRCE/7sUFxYWBm9vb/z0009wdnaGpaUlOnXqhCdPnkjzqNVqzJo1C9WrV4eRkRGcnJwwbdo0afrt27cRHBwMKysrWFtbo127doiLi8u179OmTYODgwNcXV0REBCAW7du4auvvpJ6PQBAcnIyOnfujIoVK8LExAQeHh745ZdfNPbh9S7uhX1/qlSpAgCoU6cOBEFAQEAAjh07BgMDA/z3338a6x42bBg+/PDDPI8nEb371Go1unXrhlGjRqFWrVq5pnt5eeHs2bN49OgRoqKikJ6ejurVq+P48eM4d+4chgwZooVWExER0bvuvSrQC6JWq9GqVStERkbi559/xj///IMZM2ZAT08PABAVFYXg4GB06tQJly5dQlhYGMaPH4+1a9dqrGfu3Lnw8fHB+fPnMWDAAPTv3x9Xr14F8KpLZWBgIMqWLYszZ85g69atOHz4MAYNGqSxjqNHj+LevXs4duwY5s2bh4kTJ6Jt27YoW7YsTp06hX79+qFv3764c+dOnvty9+5dNG7cGEZGRjh69CiioqLQq1cvZGZmvtUxio2Nxa5du7B3717s3bsXf/zxB2bMmCFNHzt2LGbMmIHx48fjn3/+wcaNG6XBNzIyMhAYGAhzc3P8+eefiIyMhJmZGVq2bImXL19K6zhy5AiuXr2KQ4cOYe/evdixYwcqVaqEyZMnIyEhAQkJCQCA58+fo169evjtt9/w999/o0+fPujWrRtOnz5d4D4U9P3JXvbw4cNISEjAjh070LhxY1StWhU//fSTtI6MjAxs2LABvXr1KtbxYw8qkpMoAknpAnNWQmbOnAl9ff18C+3AwEB88cUX8PX1RUhICNatWwdTU1P0798fy5cvx7Jly+Dq6gp/f39cvnxZ4dbLy8zMTNtNoPcAc0ZKYM5IF71XXdz37t2b6wfxm2++wTfffIPDhw/j9OnTiImJgYuLCwCgatWq0nzz5s1D8+bNMX78eACAi4sL/vnnH8yePRshISHSfK1bt8aAAQMAAGPGjMH8+fMRHh4OV1dXbNy4Ec+fP8f69ethamoKAFiyZAmCgoIwc+ZMqZi1trbGokWLoFKp4OrqilmzZuHZs2f45ptvAPxfIXz8+HF06tQp134uXboUlpaW2LRpEwwMDKT2vi21Wo21a9fC3NwcANCtWzccOXIE06ZNw5MnT7Bw4UIsWbIEPXr0AABUq1YNjRo1AgBs3rwZarUaK1eulK6Cr1mzBlZWVoiIiMDHH38MADA1NcXKlSs1urbr6enB3Nxcoxt/xYoVMXLkSOnr7G6oW7ZsgZ+fX777UND3x9bWFgBgY2Ojsa3evXtjzZo1GDVqFIBX954+f/4cwcHBeW7jxYsXePHihfR1amrqq+PHUdxJRmoIiH1S+HxUuKioKCxcuBDnzp3T6En0urCwMISFhUlfT5o0CS1atICBgQGmTp2KS5cuYe/evejevTuioqIUaLn8VCoVypUrp+1mUCnHnJESmDPSVe9VvdC0aVNER0drvPr16wcAiI6ORqVKlfItZGNiYuDv76/xnr+/P65fv46srCzpPU9PT+n/giDA3t4eSUlJ0jq8vLyk4jx7HWq1WrqKCwC1atWCSvV/3xo7Ozt4eHhIX+vp6cHGxkZa7+uio6Px4YcfSsV5SXF2dpaKcwCoUKGCxr69ePECzZs3z3PZCxcu4MaNGzA3N4eZmRnMzMxgbW2N58+fa3S99/DwKNJ951lZWZgyZQo8PDxgbW0NMzMz/P7774iPjy9wuYK+P/kJCQnBjRs3cPLkSQCvbgkIDg7W+D7mNH36dFhaWkovR0dHAICKo2uTjFQQUc1cZM5KwJ9//omkpCQ4OTlBX18f+vr6uHXrFkaMGAFnZ+c8l7ly5Qp+/vlnTJkyBREREWjcuDFsbW0RHByMc+fOadwO9C5Tq9V48OAB1Gq1tptCpRhzRkpgzkhXvVdX0E1NTVG9evU8pxkbG5fINl4vigVBKPYPfl7rKM56i7svKpUq1wiWGRkZRWpXdhsK22ZaWhrq1auX61FEAKQr1wDyLXpfN3v2bCxcuBALFiyAh4cHTE1NMWzYMI3u8nl5k+9P+fLlERQUhDVr1qBKlSrYv38/IiIi8p1/7NixGD58uPR1amoqHB0dIQhg6USyEQSgvLGIuDQG7W1169YNLVq00HgvMDAQ3bp1Q8+ePXPNL4oi+vbti3nz5sHMzAxZWVnS79Dsf3OeyH3XpaWlcRBOkh1zRkpgzkgXvVcFekE8PT1x584dXLt2Lc+r6G5uboiMjNR4LzIyEi4uLtJ96oVxc3PD2rVr8fTpU6kQjYyMlLqylxRPT0+sW7cOGRkZRbqKbmtriydPnmi0q7iPGqtRowaMjY1x5MgRhIaG5ppet25dbN68GeXLl4eFhUWx1m1oaJjrw21kZCTatWuHL774AsCrs6DXrl2Du7t7sdb9+naAvD9Ih4aGonPnzqhUqRKqVauWqzdFTkZGRqXi6QBEpVlaWhpu3LghfX3z5k1ER0fD2toaTk5OsLGx0ZjfwMAA9vb2ef6uXrlyJWxtbaXnnvv7+yMsLAwnT57E/v374e7unmsgTiIiIqK8vFdd3F+8eIH//vtP45X93NomTZqgcePG6NixIw4dOoSbN29i//79OHDgAABgxIgROHLkCKZMmYJr165h3bp1WLJkicZ90IXp2rUrypQpgx49euDvv/9GeHg4Bg8ejG7dukn3n5eEQYMGITU1FZ06dcLZs2dx/fp1/PTTTxrd6HP64IMPYGJigm+++QaxsbHYuHFjrsHvClOmTBmMGTMGo0ePxvr16xEbG4uTJ09i1apVAF7te7ly5dCuXTv8+eefuHnzJiIiIjBkyJB8B7vL5uzsjGPHjuHu3bvS96tGjRo4dOgQTpw4gZiYGPTt2xeJiYnFavPrypcvD2NjYxw4cACJiYlISUmRpgUGBsLCwgJTp07N8woaEb1bzp49izp16qBOnToAgOHDh6NOnTqYMGFCsdaTmJiIadOmYdGiRdJ7fn5+GDFiBNq0aYMtW7bkerwnERERUX7eqwL9wIEDqFChgsYrexAz4NVj1Hx9fdG5c2e4u7tj9OjR0tXUunXrYsuWLdi0aRNq166NCRMmYPLkyRoDxBXGxMQEv//+Ox4+fAhfX1/873//Q/PmzbFkyZIS3U8bGxscPXoUaWlpaNKkCerVq4cVK1bkezXd2toaP//8M/bt2yc9riznwEdFNX78eIwYMQITJkyAm5sbPv/8c+n+bhMTExw7dgxOTk749NNP4ebmht69e+P58+eFXlGfPHky4uLiUK1aNak7/Lfffou6desiMDAQAQEBsLe3R/v27Yvd5pz09fWxaNEi/PDDD3BwcEC7du2kaSqVCiEhIcjKykL37t3faP1qdjsmGalF4PZTgTkrooCAAIiimOuV38nJuLg4jcc2ZrOzs0NcXBwcHBw03p8wYQKSk5MRExNT4MCV7xpBEGBlZVXg4HlEb4s5IyUwZ6SrBPH1m4+JKE+9e/fG/fv3sXv37mItl5qa+mqwuGFboDIykal1RO+nuBlttN0EIiIies9kf75PSUkp9u27hXmvrqATvYmUlBQcP34cGzduxODBg994PRxdm+Skggh3KzVzRrJSq9VITEzkqMckK+aMlMCcka7iIHFEhWjXrh1Onz6Nfv364aOPPnrj9XAUd5KTIACWhq/+ZdBITunp6dpuAr0HmDNSAnNGuogFOlEhCnqkGhERERERUUlhF3ciIiIiIiIiHcACnUghHF2b5KQWgdhUjuJO8hIEATY2Nhz1mGTFnJESmDPSVeziTqQQEQL4J4DkIkJA0nNtt4JKO0EQYG5uru1mUCnHnJESmDPSVbyCTqQQlcBLmyQflSDC21rNnJGs1Go17t69y1GPSVbMGSmBOSNdxSvoRAqJnvAxrKystN0MKqXUajXi4+Ph5OQElYrnXkk+GRkZ2m4CvQeYM1ICc0a6iJ/iiIiIiIiIiHQAC3QiIiIiIiIiHcACnUghHCWU5CQIAuzs7JgzkhVzRkpgzkgJzBnpKt6DTqQQ/gEgOQmCAGNjY203g0o55oyUwJyREpgz0lW8gk6kEI4SSnJSq9W4desWc0ayYs5ICcwZKYE5I13FAp2IqJQQRT5ijeTHnJESmDNSAnNGuogFOhEREREREZEOYIFOREREREREpANYoBMphIPEkZwEQYCDgwNzRrJizkgJzBkpgTkjXcUCnUgh/ANAchIEAfr6+swZyYo5IyUwZ6QE5ox0FQt0IoVwlFCSk1qtRnx8PHNGsmLOSAnMGSmBOSNdxQKdiIiIiIiISAewQCciIiIiIiLSASzQiYiIiIiIiHSAIIqiqO1GEJVmqampsLS0REpKCiwsLLTdHCrF1Go1VCqedyV5MWekBOaMlMCc0ZuS8/M9E0mkEJ4LIzmJoojMzEzmjGTFnJESmDNSAnNGuooFOpFC+AeA5CSKIu7du8eckayYM1ICc0ZKYM5IV+lruwFE74s6kw9CNDTVdjOolNITRPjZijh9/29kico/0zVuRhvFt0lERERU2vAKOhEREREREZEOYIFORFRKqNlLjxQgCMr30KD3D3NGSmDOSBexizuRQrJEgWfESDZZooBT9/lBg+SlUqlQuXJlbTeDSjnmjJTAnJGuYr1ApBABvLxJ8hEgwtJQZM5IVqIoIj09nYMqkayYM1ICc0a6igU6kUJUvLhJMlIJgLuVyJyRrERRRGJiIj/QkqyYM1ICc0a6igU6ERERERERkQ5ggU5ERERERESkA1igEymEHahITiKA9Mx3L2fHjh1DUFAQHBwcIAgCdu3aJU3LyMjAmDFj4OHhAVNTUzg4OKB79+64d++exjqGDx8Oa2trODo6YsOGDRrTtm7diqCgICV25b1hYGCg7SbQe4A5IyUwZ6SLWKCTTnJ2dsaCBQtKdJ0REREQBAGPHz8u0fUWlVrkzcEkH7UoIPqh6p3L2dOnT+Hl5YWlS5fmmvbs2TOcO3cO48ePx7lz57Bjxw5cvXoVn3zyiTTPnj17sHHjRhw8eBCzZs1CaGgoHjx4AABISUnBuHHj8lw3vRmVSoWKFStCpeLHB5IPc0ZKYM5IVzGROiwkJASCIEAQBBgaGqJ69eqYPHkyMjMztd00nRcQEIBhw4ZpvNewYUMkJCTA0tJSK23i6NokJwEiypd590Zxb9WqFaZOnYoOHTrkmmZpaYlDhw4hODgYrq6uqF+/PpYsWYKoqCjEx8cDAGJiYhAQEAAfHx907twZFhYWuHnzJgBg9OjR6N+/P5ycnBTdp9JMFEU8efKEgyqRrJgzUgJzRrqKBbqOa9myJRISEnD9+nWMGDECYWFhmD17tmzbe/nypWzr1vb2DQ0NYW9vD0HQzhVGjq5NclIJQDWL0j+Ke0pKCgRBgJWVFQDAy8sLZ8+exaNHjxAVFYX09HRUr14dx48fx7lz5zBkyBDtNriUEUURycnJ/EBLsmLOSAnMGekqFug6zsjICPb29qhcuTL69++PFi1aYPfu3QCAR48eoXv37ihbtixMTEzQqlUrXL9+XWP57du3o1atWjAyMoKzszPmzp2rMd3Z2RlTpkxB9+7dYWFhgT59+uTZjoCAAAwePBjDhg1D2bJlYWdnhxUrVuDp06fo2bMnzM3NUb16dezfv19aJisrC71790aVKlVgbGwMV1dXLFy4UGO9ISEhaN++PaZNmwYHBwe4urrmuf2VK1fCysoKR44cAQD8/fffaNWqFcz+X3v3HV/T/f8B/HVuttwM2YksQiIkiKCCEnsXRYyUxOjXVqtWCaHEbq2iRoKarVHUHimNUStqh1QEsSuRECS55/eHR87PlSEh99wrXs/H4z4qZ37Ova8m933O53yOUgl7e3t069ZN6tYaGhqKP//8E3PnzpV6ICQkJOTo4h4VFQVLS0vs2bMH3t7eUCqV0gmRbJmZmRg8eDAsLS1hbW2NUaNGISQkBG3btn3HJ0dERe3FixcYNWqUdKUcAJo2bYqvvvoK1atXR2hoKFauXAlTU1P069cPixcvxqJFi+Dl5YXatWvj4sWLWj4CIiIiovyxQP/ImJiYSFeZQ0NDcerUKWzbtg3Hjh2DKIpo0aIFMjIyAACnT59GUFAQOnfujPPnz2PixIkYP348oqKi1LY5a9YsVK5cGWfPnsX48ePz3PfKlSthY2ODv//+G4MGDUK/fv3QsWNH1KpVC2fOnEGTJk3QrVs3PH/+HACgUqng7OyMX3/9FZcuXUJYWBjGjh2LjRs3qm33wIEDuHr1Kvbt24cdO3bk2O+MGTMwevRo7N27Fw0bNkRycjIaNGgAPz8/nDp1Crt378b9+/cRFBQEAJg7dy4CAgLw9ddf4+7du7h79y5cXFxyPabnz59j1qxZWL16NQ4fPozExESMGDFCmj99+nSsWbMGkZGRiImJwdOnT9UGscrNy5cv8fTpU7UXEX2YjIwMBAUFQRRFLFq0SG3exIkTcf36dZw/fx7t2rVDREQEGjVqBAMDA3z//ff466+/0Lt3b3Tv3l1LrSciIiIqGH1tN4AKRhRFHDhwAHv27MGgQYNw7do1bNu2DTExMahVqxYAYM2aNXBxccHWrVvRsWNHzJkzBw0bNpSKbk9PT1y6dAkzZ85EaGiotO0GDRpg+PDh72xD5cqVMW7cOADAmDFjMG3aNNjY2ODrr78GAISFhWHRokX4559/ULNmTRgYGCA8PFxav3Tp0jh27Bg2btwoFdMAYGpqimXLlsHQ0DDHPkeNGoXVq1fjzz//RMWKFQEACxYsgJ+fH6ZOnSott2LFCri4uCAuLg6enp4wNDREiRIl4ODgkO8xZWRkYPHixfDw8AAADBw4EJMmTZLmz58/H2PGjJHuj12wYAF27tyZ7zYjIiLUjjsbe1CRJokikPKqeOYsuzi/efMmDh48KF09z82VK1fwyy+/4OzZs1ixYgXq1q0LW1tbBAUFoWfPnkhNTYWZmZmMrS9+TExMtN0E+gQwZyQH5ox0EQt0Hbdjxw4olUpkZGRApVKha9eumDhxIg4cOAB9fX189tln0rLW1tbw8vLC5cuXAbwePKlNmzZq26tduzZ+/PFHZGVlQU9PDwBQrVq1ArWlUqVK0r/19PRgbW0NX19faZq9vT0A4MGDB9K0hQsXYsWKFUhMTER6ejpevXqFKlWqqG3X19c31+J89uzZePbsGU6dOoUyZcpI08+dO4dDhw5BqVTmWCc+Ph6enp4FOh4AKFGihFScA4Cjo6PU/pSUFNy/fx81atRQO25/f3+oVKo8tzlmzBgMGzZM+vnp06dwcXGBCgK7rJDGqCDgUnLxuwE9uzi/du0aDh06BGtr6zyXFUURffr0wZw5c6BUKpGVlSX1KMr+b1ZWliztLq4UCoX0u55IU5gzkgNzRrqKBbqOq1+/PhYtWgRDQ0M4OTlBX7/oPzJTU9MCLff2syIFQVCblj34Wnbxun79eowYMQKzZ89GQEAAzMzMMHPmTJw4caJA+//888/xxx9/YOPGjRg9erQ0PS0tDa1bt8b06dNzrOPo6FigY8nvmD50sBAjIyMYGRnlmP6xja5NHxcBIkqZAneeASI+nkI9LS0N169fl36+ceMGYmNjYWVlBUdHR3To0AFnzpzBjh07kJWVhXv37gEArKyscpzYW7ZsGWxtbaXnnteuXRsTJ07E8ePHsWvXLlSoUEEaXI7ejyiKSElJgYWFhdYG3KTijzkjOTBnpKtYoOs4U1NTlC1bNsd0b29vZGZm4sSJE1IX98ePH+Pq1auoUKGCtExMTIzaejExMfD09JSunmtSdvf7/v37S9Pi4+MLvH6NGjUwcOBANGvWDPr6+tK94VWrVsWmTZvg7u6e5wkLQ0PDD75SZmFhAXt7e5w8eRJ169YF8Prq25kzZ3L0AigIhQCW6KQxCgFwMRVx97mArI8oaKdOnUL9+vWln7N7n4SEhGDixInSoJhv/z936NAhBAYGSj/fv38fU6ZMwdGjR6VpNWrUwPDhw9GyZUvY2dlh5cqVmjuQT4QoikhOToa5uTm/0JLGMGckB+aMdBUL9I9UuXLl0KZNG3z99ddYsmQJzMzMMHr0aJQqVUrq1j58+HBUr14dkydPRqdOnXDs2DEsWLAAP/30k2xtXLVqFfbs2YPSpUtj9erVOHnyJEqXLl3gbdSqVQs7d+5E8+bNoa+vjyFDhmDAgAFYunQpunTpgpEjR8LKygrXr1/H+vXrsWzZMujp6cHd3R0nTpxAQkIClEolrKys3usYBg0ahIiICJQtWxbly5fH/Pnz8eTJE/4iJyoigYGB+fZaKWiPFnt7eyQkJOSYHhYWhrCwsPdtHhEREZGseEvsRywyMhL+/v5o1aoVAgICIIoidu7cKXXbrlq1KjZu3Ij169fDx8cHYWFhmDRpktoAcZrUp08ffPnll+jUqRM+++wzPH78WO1qekHVqVMHf/zxB8aNG4f58+fDyckJMTExyMrKQpMmTeDr64shQ4bA0tISCsXrSI8YMQJ6enqoUKECbG1tkZiY+F7HkP1Ip+7duyMgIABKpRJNmzaFsbHxe22PiIiIiIgoL4L4oTfcEn1CVCoVvL29ERQUhMmTJxdonadPn8LCwgJuQzYARgW735+osBQQUdoMuJH6esA4uSVMayn7Pkl+KpUK//33H6ysrKQTokRFjTkjOTBn9CGyv9+npKTk+3SZ98Eu7kT5uHnzJvbu3Yt69erh5cuXWLBgAW7cuIGuXbsWelscxZ00SQUB8anabgUVdwqFAjY2NtpuBhVzzBnJgTkjXcV6gSgfCoUCUVFRqF69OmrXro3z589j//798Pb2Lvy2OEQcaZACIjzMROaMNEqlUuHRo0f5PmqS6EMxZyQH5ox0Fa+gE+XDxcUlx0j470vgKO6kQYIA2JmISEhj0Eiz0tLS3nvgTaKCYs5IDswZ6SJeQSciIiIiIiLSASzQiYiIiIiIiHQAC3QimajY7Zg0SCUCt54JzBlplCAIsLS0hCDI/6QA+nQwZyQH5ox0Fe9BJ5KJCEELD7+iT4UIAbefabsVVNxlf6El0iTmjOTAnJGuYoFOJJN/JjTmHwLSGJVKhYcPH8LW1pbPcyWNYc5IDswZyYE5I13FNBIRFRPp6enabgJ9ApgzkgNzRnJgzkgXsUAnIiIiIiIi0gEs0ImIiIiIiIh0AAt0IplwlFDSJEEQYG1tzZyRRjFnJAfmjOTAnJGu4iBxRDLhHwDSJEEQYGZmpu1mUDHHnJEcmDOSA3NGuopX0IlkolKptN0EKsZUKhXu3LnDnJFGMWckB+aM5MCcka5igU5EVExkZGRouwn0CWDOSA7MGcmBOSNdxAKdiIiIiIiISAewQCciIiIiIiLSASzQiWTCQeJIkwRBgL29PXNGGsWckRyYM5IDc0a6iqO4E8mEfwBIkwRBgImJibabQcUcc0ZyYM5IDswZ6SpeQSeSCUcJJU1SqVS4efMmc0YaxZyRHJgzkgNzRrqKBToRUTEhiqK2m0CfAOaM5MCckRyYM9JFLNCJiIiIiIiIdAALdCIiIiIiIiIdwAKdSCYcJI40SRAEODk5MWekUcwZyYE5IzkwZ6SrWKATyYR/AEiTBEGAvr4+c0YaxZyRHJgzkgNzRrqKj1kjkknlibshGppquxlUAAnTWmq7CYWmUqmQmJgIV1dXKBQ890qawZyRHJgzkgNzRrqKaSQiIiIiIiLSASzQiYiIiIiIiHQAC3QiIiIiIiIiHcACnUgmWSIHISHNUSgUvI+ONI45IzkwZyQH5ox0FRNJJBtR2w2gYkwURWRmZkIUmTPSHOaM5MCckRyYM9JVLNCJZKLHC+ikQaIoIikpiV80SKOYM5IDc0ZyYM5IV7FAJyIqAu7u7hAEIcdrwIABAIBZs2bBzs4OdnZ2mD17ttq6J06cgL+/PzIzM7XRdCIiIiLSESzQtczd3R0//vhjgZaNioqCpaWlRtujKxISEiAIAmJjY7XdFKICOXnyJO7evSu99u3bBwDo2LEj/vnnH4SFhWH9+vVYt24dxo0bh/PnzwMAMjMz0bdvXyxevBj6+vraPAQiIiIi0jIW6EUkNDRUumJmaGiIsmXLYtKkSe+8Inby5En873//K9A+OnXqhLi4uKJobq7q16+PZcuWaWz72QRBwNatW/NdxsXFBXfv3oWPj4/G20NUFGxtbeHg4CC9duzYAQ8PD9SrVw9XrlxBpUqV0KBBAzRs2BCVKlXClStXAAAzZ85E3bp1Ub169Q9ugyDwPgrSPOaM5MCckRyYM9JFvFxThJo1a4bIyEi8fPkSO3fuxIABA2BgYIAxY8bkWPbVq1cwNDSEra1tgbdvYmICExOTomyy5L///kNMTAzWr1+vke0Xlp6eHhwcHLTdjCKVJQo8I/aJePXqFX755RcMGzYMgiDA19cXcXFxSExMhCiKiIuLg4+PD+Lj4xEZGYnTp09/8D4VCgXc3NyKoPVEeWPOSA7MGcmBOSNdxXqhCBkZGcHBwQFubm7o168fGjVqhG3btgF4fYW9bdu2mDJlCpycnODl5QUgZxf35ORk9OnTB/b29jA2NoaPjw927NgBIGcX94kTJ6JKlSpYvXo13N3dYWFhgc6dOyM1NVVaJjU1FcHBwTA1NYWjoyN++OEHBAYGYsiQIWpt/+OPP1C1alXY29sDAC5evIhWrVrB3NwcZmZm+PzzzxEfHw8AUKlUmDRpEpydnWFkZIQqVapg9+7d0rZevXqFgQMHwtHREcbGxnBzc0NERIR0vADQrl07CIIg/fy2t7u4P3nyBMHBwbC1tYWJiQnKlSuHyMjId+4vt67yycnJEAQB0dHR0rQLFy6gefPmUCqVsLe3R7du3fDo0SNp/m+//QZfX1+YmJjA2toajRo1wrNnz3Jte14EjuL+ydi6dSuSk5MRGhoKAPD29sbUqVPRuHFjNGnSBBEREfD29kafPn0wY8YM7NmzBz4+PvDz88Phw4ffa5+iKCI9PZ2D3ZBGMWckB+aM5MCcka7iFXQNMjExwePHj6WfDxw4AHNzc+ne1LepVCo0b94cqamp+OWXX+Dh4YFLly5BT08vz33Ex8dj69at2LFjB548eYKgoCBMmzYNU6ZMAQAMGzYMMTEx2LZtG+zt7REWFoYzZ86gSpUqatvZtm0b2rRpAwC4c+cO6tati8DAQBw8eBDm5uaIiYmRuuvPnTsXs2fPxpIlS+Dn54cVK1bgiy++wMWLF1GuXDnMmzcP27Ztw8aNG+Hq6opbt27h1q1bAF536bezs0NkZCSaNWuW77G9afz48bh06RJ27doFGxsbXL9+Henp6QCQ7/4KIjk5GQ0aNEDv3r3xww8/ID09HaNGjUJQUBAOHjyIu3fvokuXLpgxYwbatWuH1NRUHDlyJM9f6C9fvsTLly+ln58+fQoAUAh80NqnYvny5WjevDmcnJykaX379kXfvn2ln1euXAkzMzMEBATAy8sLJ0+exO3bt9G5c2fcuHEDRkZGhdqnKIq4f/8+XF1d2WWPNIY5IzkwZyQH5ox0FQt0DRBFEQcOHMCePXswaNAgabqpqSmWLVsGQ0PDXNfbv38//v77b1y+fBmenp4AgDJlyuS7L5VKhaioKJiZmQEAunXrhgMHDmDKlClITU3FypUrsXbtWjRs2BAAEBkZqVY0AK8Lyt27d2PixIkAgIULF8LCwgLr16+HgYEBAEjtAV6PRj1q1Ch07twZADB9+nQcOnQIP/74IxYuXIjExESUK1cOderUgSAIat2Hsrv0W1paFqoLe2JiIvz8/FCtWjUAULvynt/+CmLBggXw8/PD1KlTpWkrVqyAi4sL4uLikJaWhszMTHz55ZfStn19ffPcXkREBMLDwwvVBio+bt68if3792Pz5s15LvPo0SOEh4fj8OHDOHHiBDw9PVGuXDmUK1cOGRkZiIuLyzdjRERERFQ8sYt7EdqxYweUSiWMjY3RvHlzdOrUSSp6gddFXV7FOQDExsbC2dlZrRh+F3d3d6k4BwBHR0c8ePAAAPDvv/8iIyMDNWrUkOZbWFhI3euzHTx4EHZ2dqhYsaLUjs8//1wqzt/09OlTJCUloXbt2mrTa9eujcuXLwN43Z0/NjYWXl5eGDx4MPbu3Vvg48lLv379sH79elSpUgUjR47E0aNHpXkfur9z587h0KFDUCqV0qt8+fIAXvdQqFy5Mho2bAhfX1907NgRS5cuxZMnT/Lc3pgxY5CSkiK9CnM1nz5+kZGRsLOzQ8uWLfNcZujQoRg6dCicnZ2RlZWFjIwMaV5mZiaysrLkaCoRERER6RgW6EWofv36iI2NxbVr15Ceno6VK1fC1NRUmv/mv3PzPgPAvV1EC4IAlUpVqG1s27YNX3zxxQe1401Vq1bFjRs3MHnyZKSnpyMoKAgdOnT4oG02b94cN2/exNChQ5GUlISGDRtixIgR79yfQvE64m92R3+zGAKAtLQ0tG7dGrGxsWqva9euoW7dutDT08O+ffuwa9cuVKhQAfPnz4eXlxdu3LiRa1uNjIxgbm6u9gLYvf1ToFKpEBkZiZCQkDwfmbZv3z7ExcVJz0evXr06rly5gl27duHnn3+Gnp5ejpNoBZXbSTWiosackRyYM5IDc0a6iAV6ETI1NUXZsmXh6ur6Xs8zrlSpEm7fvl1kj1IrU6YMDAwMcPLkSWlaSkqK2vZFUcT27dul+8+z23HkyJEchSwAmJubw8nJCTExMWrTY2JiUKFCBbXlOnXqhKVLl2LDhg3YtGkT/vvvPwCvfxm+zxVCW1tbhISE4JdffsGPP/6In3/++Z37y+5Sf/fuXWnZt5+tXrVqVVy8eBHu7u4oW7as2iv7pIogCKhduzbCw8Nx9uxZGBoaYsuWLYVqv0rk/U3F3f79+5GYmIiePXvmOj89PR0DBw7EkiVLpJNHzs7OmD9/Pnr06IEpU6Zg5cqV73WSTKFQoFSpUtJ2iTSBOSM5MGckB+aMdBXvQdch9erVQ926ddG+fXvMmTMHZcuWxZUrVyAIApo1a1bo7ZmZmSEkJATffvstrKysYGdnhwkTJkChUEiDYZw+fRrPnz9HnTp1pPUGDhyI+fPno3PnzhgzZgwsLCxw/Phx1KhRA15eXvj2228xYcIEeHh4oEqVKoiMjERsbCzWrFkDAJgzZw4cHR3h5+cHhUKBX3/9FQ4ODtII9O7u7jhw4ABq164NIyMjlCxZ8p3HEhYWBn9/f1SsWBEvX77Ejh074O3t/c79KRQK1KxZE9OmTUPp0qXx4MEDjBs3Tm3bAwYMwNKlS9GlSxeMHDkSVlZWuH79OtavX49ly5bh1KlTOHDgAJo0aQI7OzucOHECDx8+lPZfUBzFvfhr0qRJvqPBmpiY4OrVqzmm9+7dG7179/6gfYuiiLS0NCiVSg52QxrDnJEcmDOSA3NGuoqnjHTMpk2bUL16dXTp0gUVKlTAyJEjP+h+1Dlz5iAgIACtWrVCo0aNULt2bXh7e8PY2BgA8Pvvv6NFixZqV/ytra1x8OBBpKWloV69evD398fSpUulbkCDBw/GsGHDMHz4cPj6+mL37t3Ytm0bypUrB+D1iYEZM2agWrVqqF69OhISErBz507pDOXs2bOxb98+uLi4wM/Pr0DHYWhoiDFjxqBSpUpSt/PsZ7a/a38rVqxAZmYm/P39MWTIEHz//fdq287uEZCVlYUmTZrA19cXQ4YMkQp8c3NzHD58GC1atICnpyfGjRuH2bNno3nz5oX6LBT83U8aJIoiHj9+zMfFkEYxZyQH5ozkwJyRrhJEpvKT8uzZM5QqVQqzZ89Gr169UKlSJYwbNw5BQUHablqx9fTpU1hYWMB96AaIhvmPQ0C6IWFa3gO86SqVSoXExES4urqyux5pDHNGcmDOSA7MGX2I7O/3KSkp0nhTRYVd3Iu5s2fP4sqVK6hRowZSUlIwadIkAECbNm3w6tUrtG/fvtBXgomIiIiIiKjosUD/BMyaNQtXr16FoaEh/P39ceTIEdjY2AAAJkyYoOXWfTrYV4U07UOfwEBUEMwZyYE5IzkwZ6SLWKAXc35+fjh9+rS2m0EAVBA46ANpjEKhgL29vbabQcUcc0ZyYM5IDswZ6SrWC0Qy4SjupEmiKCI5OZmD3ZBGMWckB+aM5MCcka5igU4kE47iTprELxokB+aM5MCckRyYM9JVLNCJiIiIiIiIdAALdCIiIiIiIiIdwEHiiGRyNqwJLC0ttd0MKsaUSqW2m0CfAOaM5MCckRyYM9JFLNCJZKJQsMMKaY5CoZAen0ikKcwZyYE5IzkwZ6SrWDEQyUSlUmm7CVSMqVQqPHr0iDkjjWLOSA7MGcmBOSNdxQKdiKiYSEtL03YT6BPAnJEcmDOSA3NGuogFOhEREREREZEOYIFOREREREREpANYoBPJRBAEbTeBijFBEGBpacmckUYxZyQH5ozkwJyRruIo7kQy4R8A0qTsLxpEmsSckRyYM5IDc0a6ilfQiWTCUUJJk1QqFe7fv8+ckUYxZyQH5ozkwJyRrmKBTkRUTKSnp2u7CfQJYM5IDswZyYE5I13EAp2IiIiIiIhIB7BAJyIiIiIiItIBLNCJZMJB4kiTBEGAtbU1c0YaxZyRHJgzkgNzRrqKo7gTyYR/AEiTBEGAmZmZtptBxRxzRnJgzkgOzBnpKl5BJ5IJRwklTVKpVLhz5w5zRhrFnJEcmDOSA3NGuooFOhFRMZGRkaHtJtAngDkjOTBnJAfmjHQRC3QiIiIiIiIiHcACnYiIiIiIiEgHcJA4IpmcOnUKSqVS282gAqhZs6a2m1BogiDA3t6egxGSRjFnJAfmjOTAnJGuYoFOJBP+ASBNEgQBJiYm2m4GFXPMGcmBOSM5MGekq9jFnUgmoihquwlUjKlUKty8eZOj0ZJGMWckB+aM5MCcka5igU5EVEzwJBDJgTkjOTBnJAfmjHQRC3QiIiIiIiIiHcACnYiIiIiIiEgHsEAnIioGBEGAk5MTByMkjWLOSA7MGcmBOSNdxQKdSCb8A0CaJAgC9PX1mTPSKOaM5MCckRyYM9JVOl+gBwYGYsiQIUW6TVEU8b///Q9WVlYQBAGxsbEFWi8qKgqWlpZF2hY5JSQkvPN4nz9/jvbt28Pc3ByCICA5OVm29hU1Xfu8OBBJ8ebu7g5BEHK8BgwYAACYNWsW7OzsYGdnh9mzZ6ute+LECfj7+yMzM/O9969SqZCYmMjRaEmjmDOSA3NGcmDOSFd98HPQQ0NDkZycjK1btxZBc+Sxe/duREVFITo6GmXKlIGNjY22m6QzVq5ciSNHjuDo0aOwsbGBhYWFtpukMxISElC6dGmcPXsWVapU0XZzSMecPHkSWVlZ0s8XLlxA48aN0bFjR/zzzz8ICwvDjh07IIoiWrVqhSZNmsDX1xeZmZno27cvfv75Z+jrf/CvZCIiIiL6iH2S3wbj4+Ph6OiIWrVqabspOic+Ph7e3t7w8fF5721kZWVBEAQoFB/eQaMot0WkSba2tmo/T5s2DR4eHqhXrx5+/fVXVKpUCQ0aNAAAVKpUCVeuXIGvry9mzpyJunXronr16tpoNhERERHpEI1XPXPmzIGvry9MTU3h4uKC/v37Iy0tTW2ZmJgYBAYGokSJEihZsiSaNm2KJ0+e5Lq9P/74AxYWFlizZk2e+/zzzz9Ro0YNGBkZwdHREaNHj5a6joaGhmLQoEFITEyEIAhwd3fPcztRUVFwdXVFiRIl0K5dOzx+/DjHMr///juqVq0KY2NjlClTBuHh4WrdVAVBwJIlS9CqVSuUKFEC3t7eOHbsGK5fv47AwECYmpqiVq1aiI+Pl9aJj49HmzZtYG9vD6VSierVq2P//v1q+3V3d8fUqVPRs2dPmJmZwdXVFT///LPaMn///Tf8/PxgbGyMatWq4ezZs3keK/D6doLZs2fj8OHDEAQBgYGBAIAnT56ge/fuKFmyJEqUKIHmzZvj2rVrau+TpaUltm3bhgoVKsDIyAiJiYk5th8dHQ1BEPDHH3+gUqVKMDY2Rs2aNXHhwoV3butdbSjI5xUaGoq2bduqTRsyZIh0nMDr7k4zZsxA2bJlYWRkBFdXV0yZMgUAULp0aQCAn5+f2vtD9LZXr17hl19+Qc+ePSEIAnx9fREXF4fExETcvHkTcXFx8PHxQXx8PCIjI/H9999ru8lEREREpAM0XqArFArMmzcPFy9exMqVK3Hw4EGMHDlSmh8bG4uGDRuiQoUKOHbsGP766y+0bt1aratotrVr16JLly5Ys2YNgoODc93fnTt30KJFC1SvXh3nzp3DokWLsHz5cukL8Ny5czFp0iQ4Ozvj7t27OHnyZK7bOXHiBHr16oWBAwciNjYW9evXz/El+siRI+jevTu++eYbXLp0CUuWLEFUVJRU0GWbPHkyunfvjtjYWJQvXx5du3ZFnz59MGbMGJw6dQqiKGLgwIHS8mlpaWjRogUOHDiAs2fPolmzZmjdunWOonf27NlS4d2/f3/069cPV69elbbRqlUrVKhQAadPn8bEiRMxYsSIvD4mAMDmzZvx9ddfIyAgAHfv3sXmzZsBvC5sT506hW3btuHYsWMQRREtWrRARkaGtO7z588xffp0LFu2DBcvXoSdnV2e+/n2228xe/ZsnDx5Era2tmjduvU7t/WuNhTk8yqIMWPGYNq0aRg/fjwuXbqEtWvXwt7eHsDrEx4AsH//frX3p6A4CMmnY+vWrUhOTkZoaCgAwNvbG1OnTkXjxo3RpEkTREREwNvbG3369MGMGTOwZ88e+Pj4wM/PD4cPH36vfSoUCri6urK3CWkUc0ZyYM5IDswZ6SqNd3F/c4A3d3d3fP/99+jbty9++uknAMCMGTNQrVo16WcAqFixYo7tLFy4EN999x22b9+OevXq5bm/n376CS4uLliwYAEEQUD58uWRlJSEUaNGISwsDBYWFjAzM4Oenh4cHBzy3M7cuXPRrFkz6WSCp6cnjh49it27d0vLhIeHY/To0QgJCQEAlClTBpMnT8bIkSMxYcIEabkePXogKCgIADBq1CgEBARg/PjxaNq0KQDgm2++QY8ePaTlK1eujMqVK0s/T548GVu2bMG2bdvUCvkWLVqgf//+0nZ/+OEHHDp0CF5eXli7di1UKhWWL18OY2NjVKxYEbdv30a/fv3yPGYrKyuUKFEChoaG0ntz7do1bNu2DTExMdItAWvWrIGLiwu2bt2Kjh07AgAyMjLw008/qbU7LxMmTEDjxo0BvL7n3dnZGVu2bJHeo7e3VZA2FOTzepfU1FTMnTsXCxYskD5TDw8P1KlTB8D/d2G2trbONzsvX77Ey5cvpZ+fPn0KgIPEfUqWL1+O5s2bw8nJSZrWt29f9O3bV/p55cqVMDMzQ0BAALy8vHDy5Encvn0bnTt3xo0bN2BkZFSofYqiiMzMTBgYGPBkEGkMc0ZyYM5IDswZ6SqNnzLav38/GjZsiFKlSsHMzAzdunXD48eP8fz5cwD/fwU9P7/99huGDh2Kffv25VucA8Dly5cREBCg9j9a7dq1kZaWhtu3bxe43ZcvX8Znn32mNi0gIEDt53PnzmHSpElQKpXS6+uvv8bdu3el4wNe32+aLftqrK+vr9q0Fy9eSIVcWloaRowYAW9vb1haWkKpVOLy5cs5rqC/uV1BEODg4IAHDx5I7c/uRp5X+wv6Pujr66u9F9bW1vDy8sLly5elaYaGhmrtyc+b7bCysnrntgrShoJ8Xu9y+fJlvHz58p15fJeIiAhYWFhILxcXlw/aHn1cbt68if3796N37955LvPo0SOEh4dj/vz5OHHiBDw9PVGuXDnUr18fGRkZiIuLK/R+RVFEUlISTwSRRjFnJAfmjOTAnJGu0miBnpCQgFatWqFSpUrYtGkTTp8+jYULFwJ4fY8mAJiYmLxzO35+frC1tcWKFSt06n+itLQ0hIeHIzY2VnqdP38e165dUyuMDQwMpH9nnzjIbVr2Yx5GjBiBLVu2YOrUqThy5AhiY2Ph6+srvWe5bTd7O9p6VISJiUmRnX0sym29SaFQ5MjPm13rC5LFghgzZgxSUlKk161bt4pku/RxiIyMhJ2dHVq2bJnnMkOHDsXQoUPh7OyMrKwstRxmZmbmeosPERERERV/Gi3QT58+DZVKhdmzZ6NmzZrw9PREUlKS2jKVKlXCgQMH8t2Oh4cHDh06hN9//x2DBg3Kd9nsQdjeLMRiYmJgZmYGZ2fnArfd29sbJ06cUJt2/PhxtZ+rVq2Kq1evomzZsjleH3I/S0xMDEJDQ9GuXTv4+vrCwcEBCQkJhdqGt7c3/vnnH7x48SLP9hd0O5mZmWrvxePHj3H16lVUqFCh0Nt7ux1PnjxBXFwcvL29P6gNBfm8bG1tcffuXbVpbz4Tvly5cjAxMckzj4aGhgDwzuLJyMgI5ubmai/6NKhUKkRGRiIkJCTPR6bt27cPcXFx0vPRq1evjitXrmDXrl34+eefoaenBy8vLzmbTUREREQ6okgK9JSUFLWryLGxsbh16xbKli2LjIwMzJ8/H//++y9Wr16NxYsXq607ZswYnDx5Ev3798c///yDK1euYNGiRXj06JHacp6enjh06BA2bdqkdl/72/r3749bt25h0KBBuHLlCn7//XdMmDABw4YNK1TRPHjwYOzevRuzZs3CtWvXsGDBghz3M4eFhWHVqlUIDw/HxYsXcfnyZaxfvx7jxo0r8H5yU65cOWzevBmxsbE4d+4cunbtWugr4127doUgCPj6669x6dIl7Ny5E7NmzXqvtrRp0wZff/01/vrrL5w7dw5fffUVSpUqhTZt2hR6ewAwadIkHDhwABcuXEBoaChsbGxyjK5e2DYU5PNq0KABTp06hVWrVuHatWuYMGGC2gjyxsbGGDVqFEaOHIlVq1YhPj4ex48fx/LlywEAdnZ2MDExwe7du3H//n2kpKS81/FT8bV//34kJiaiZ8+euc5PT0/HwIEDsWTJEun3kbOzM+bPn48ePXpgypQpWLly5Xv35uA9dCQH5ozkwJyRHJgz0kVFUqBHR0fDz89P7RUeHo7KlStjzpw5mD59Onx8fLBmzRpERESorevp6Ym9e/fi3LlzqFGjBgICAvD777/nevXJy8sLBw8exLp16zB8+PBc21KqVCns3LkTf//9NypXroy+ffuiV69ehS6aa9asiaVLl2Lu3LmoXLky9u7dm2MbTZs2xY4dO7B3715Ur14dNWvWxA8//AA3N7dC7ettc+bMQcmSJVGrVi20bt0aTZs2RdWqVQu1DaVSie3bt+P8+fPw8/PDd999h+nTp79XeyIjI+Hv749WrVohICAAoihi586dObrYF9S0adPwzTffwN/fH/fu3cP27dulq9Pv24aCfl7jx4/HyJEjUb16daSmpqJ79+5qy4wfPx7Dhw9HWFgYvL290alTJ+m+fn19fcybNw9LliyBk5NToU9Q8I9A8dekSROIoghPT89c55uYmODq1auoUqWK2vTevXvj3r17uHnzZr5d4/OjUCjg5ubG0WhJo5gzkgNzRnJgzkhXCaIu3dRNxVp0dDTq16+PJ0+ewNLSUtvNkc3Tp09hYWGBffv2QalUars5VAA1a9bUdhMKTRRFvHjxAsbGxjwZRBrDnJEcmDOSA3NGHyL7+31KSkqR387KU0ZERMWAKIq4f/++Tg2kScUPc0ZyYM5IDswZ6SoW6EREREREREQ6IPdhhok0IDAwkGcpiYiIiIiI8sAr6ERExcT7DtxIVBjMGcmBOSM5MGeki3gFnUgmHICENEmhUKBUqVLabgYVc8wZyYE5IzkwZ6SreAWdSCbs3k+aJIoiUlNTmTPSKOaM5MCckRyYM9JVLNCJiIoBURTx+PFjftEgjWLOSA7MGcmBOSNdxS7uRDKpVq3aJ/X8dyIiIiIiKhxeQSciIiIiIiLSASzQiYiKCRMTE203gT4BzBnJgTkjOTBnpIvYxZ1IJgoFz4eR5igUCtjb22u7GVTMMWckB+aM5MCcka5ixUAkEw5CQpokiiKSk5OZM9Io5ozkwJyRHJgz0lUs0Ilkwj8ApEn8okFyYM5IDswZyYE5I13FAp2IiIiIiIhIB7BAJyIiIiIiItIBLNCJiIoJpVKp7SbQJ4A5IzkwZyQH5ox0EUdxJ5IJR3EnTVIoFLCxsdF2M6iYY85IDswZyYE5I13FioFIJiqVSttNoGJMpVLh0aNHzBlpFHNGcmDOSA7MGekqFuhERMVEWlqatptAnwDmjOTAnJEcmDPSRSzQiYiIiIiIiHQAC3QiIiIiIiIiHcACnUgmgiBouwlUjAmCAEtLS+aMNIo5IzkwZyQH5ox0FUdxJ5IJ/wCQJmV/0SDSJOaM5MCckRyYM9JVvIJOJBOOEkqapFKpcP/+feaMNIo5IzkwZyQH5ox0FQt0IqJiIj09XdtNoE8Ac0ZyYM5IDswZ6SJ2cSeSyalTp6BUKrXdjI9GzZo1td0EIiIiIiJZ8Qo6ERERERERkQ5ggU5EVAwIggBra2sORkgaxZyRHJgzkgNzRrqKXdyJZMI/AKRJgiDAzMxM282gYo45IzkwZyQH5ox0Fa+gE8lEFEVtN4GKMZVKhTt37nA0WtIo5ozkwJyRHJgz0lUs0ImIiomMjAxtN4E+AcwZyYE5IzkwZ6SLWKATEREREdFHJzk5GYIgICEh4b3m64q2bdti4sSJuc6Ljo6GpaWlrO2R25o1a1CrVi1tN0Nn8B50IiIiIqJPkPvoPzS+j4RpLQu9Ts+ePREZGYlLly7B29tbA62iBg0a4NixY0hKSkLJkiWl6VFRUfjxxx8RGxub7/pF+RkFBwcjODj4ncsVtG2F4e7ujh9//BFt27Ytsm1+KF5BJ6JiY+LEiRAEQe1Vvnx5af6sWbNgZ2cHOzs7zJ49W23dEydOwN/fH5mZmXI3u0gIggB7e3sORkgaxZyRHJizT1tqaio2btwIKysrLF++XGP7EQQBVlZWn2TO/v33X0RHR6NEiRJYs2ZNodeX6zP6VH0yBbogCNi6datG9xEVFaXVLihyHGO20NDQQp9pyj5D9an6FP8AaEPFihVx9+5d6fXXX38BAP755x+EhYVh/fr1WLduHcaNG4fz588DADIzM9G3b18sXrwY+vofZ8ciQRBgYmLCnJFGMWckB+bs07ZhwwaYmppi+vTpWL16tdp94i9fvkS/fv1gZWWF0qVL47ffflNb913zQ0ND0atXLwQFBcHCwgIrV65EZmYmwsLC4OHhAWtra3zxxRdISkoC8HqA31GjRsHBwQHm5ubw9PTEjh07AABnzpxBzZo1YW5uDhsbG7Ru3Vraz4MHDxAcHAxHR0c4OTlhyJAhePnypTR/06ZNKFu2LCwsLPD1118X6OLA/Pnz4ejoCAcHB0yYMAGiKCIjIwP29vaIjo5WW9bb2xsbNmzIc1srVqxAlSpVMGjQoPcqsPP7jG7cuIFGjRrBwsICVlZWqF27Np4/fw4AmDNnDlxdXWFmZgZ3d3csW7YMwOsaqkqVKtI2clvu7Nmz6Nu3L86fPw+lUgmlUonExEScPXsWderUgZWVFWxtbdGlSxc8fvxY2lZgYCDGjBmDpk2bwszMDFWrVpW+/3Xs2BGJiYno0qULlEol+vbtW+j3QhO0UqCHhoZCEARMmzZNbfrWrVsL/ctYl4q+Tp06IS4uTuP7mThxolqItWHu3LmIiooq0m0mJCRAEIR3dluJjo6GIAhITk4u0v1rGkdxl4e+vj4cHBykl42NDQDgypUrqFSpEho0aICGDRuiUqVKuHLlCgBg5syZqFu3LqpXr67Npn8QlUqFmzdvcjRa0ijmjOTAnH3ali9fjuDgYHTu3BnPnj3D9u3bpXlTpkzBsWPHcOHCBZw9exabN29WW/dd8wFg3bp16NWrF/777z80btwYY8eORUxMDP766y/cvXsXnp6e6Ny5MwBg3759WLt2Lc6cOYOnT59i//798PT0BAAMHDgQrVu3RnJyMu7cuYNvv/0WwOvve1988QUcHBwQHx+P8+fP49y5c/j+++8BAHFxcejatSt++OEHPH78GP7+/ti9e3e+70lqairOnDmD+Ph4REdHY8WKFVi1ahUMDAzQrVs3te/kx44dw/379/O8kJaVlYWoqCiEhoaie/fuOHfuHM6cOZP/h/KW/D6j7777DmXLlsWjR49w//59zJw5E/r6+oiLi8O4ceOwd+9epKam4sSJE6hRo0aObee1nJ+fHxYvXgxfX1+kpaUhLS0Nrq6uUCgUmDZtGu7fv48LFy7gzp07GD16tNo2V69ejRkzZuDJkyeoVq0aBg0aBAD49ddf4erqinXr1iEtLQ2LFy8u1PugKVq7gm5sbIzp06fjyZMn2mpCkTMxMYGdnZ22m6FRWVlZUKlUsLCwKPYDVtDH6dq1a3ByckKZMmUQHByMxMREAICvry/i4uKQmJiImzdvIi4uDj4+PoiPj0dkZKT0h/NjxpNAJAfmjOTAnH2aLl26hOPHjyMkJARKpRLt2rVTu8K7Zs0ajB07Fk5OTrC0tMSECRPU1n/XfABo0qQJmjZtCoVCASMjIyxatAhz5syBo6MjDA0N8f333yMmJga3bt2CgYEBXrx4gYsXLyIjIwOurq5SgW5gYICbN28iKSkJRkZGqFu3LgDg1KlTuHbtGmbOnIkSJUrA2toaY8eOxdq1awG8vvrcsGFDtG7dGvr6+ujbty/KlSuX7/uiUqkwffp0lChRAuXLl8fAgQOxevVqAECvXr2wadMmpKWlAXh9Nbpr164wMjLKdVt79uzBgwcP0LVrV5QpUwa1a9cu1FX0d31GBgYGuHv3LhISEmBgYIBatWrB0NAQenp6EEURFy9eRHp6Ouzt7VGpUqUc2y/octkqV66MOnXqwMDAAPb29hg2bFiOHgVfffUVKleuDH19fYSEhOD06dMFPl5t0FqB3qhRIzg4OCAiIiLf5TZt2oSKFSvCyMgI7u7uaveNBgYG4ubNmxg6dKh0v2l+Hj16hHbt2qFEiRIoV64ctm3bJs3LyspCr169ULp0aZiYmMDLywtz586V5u/duxfGxsY5rtp+8803aNCgAYCcXdyzr3SvXr0a7u7usLCwQOfOnZGamiotk5qaiuDgYJiamsLR0RE//PADAgMDMWTIkFyPISoqCuHh4Th37px0zG+eNcvvGAHgwoULaN68OZRKJezt7dGtWzc8evQoz/cs+5i2bduGChUqwMjICImJiTm6uBf0OJ4/f46ePXvCzMwMrq6u+Pnnn6V5pUuXBgD4+flBEAQEBgbmaE9CQgLq168PAChZsiQEQUBoaCiA17+8IiIipM+wcuXKal2b3vUZA//fdX/q1Kmwt7eHpaUlJk2ahMzMTHz77bewsrKCs7MzIiMj83zPSHs+++wzREVFYffu3Vi0aBFu3LiBzz//HKmpqfD29sbUqVPRuHFjNGnSBBEREfD29kafPn0wY8YM7NmzBz4+PvDz88Phw4e1fShERESfnOXLl6Ny5cqoXLkyACAkJAR79uzBnTt3AABJSUlwc3OTln/z3wWZDwCurq7Sv//77z88e/YMdevWhaWlJSwtLeHg4ABDQ0PcunUL9evXR3h4OMaPHw8bGxu0b98eN27cAPC6m/iLFy/g7++P8uXLY8GCBQBef1dNTk6GlZWVtM0OHTrg/v37ubYxr3a+ydjYWO0ioJubm/SeeHt7w8fHB7/99htevHiBDRs2oGfPnnlua/ny5WjRooXUwzAkJARr167Fixcv8m3Dm+vn9xnNnDkTpUqVQqNGjeDu7o6JEydCpVLBw8MDK1euxIIFC2Bvb48mTZrk2mu2oMtlu379Otq0aQMnJyeYm5vjq6++ylHbODg4SP82NTWVTmboKq0V6Hp6epg6dSrmz5+P27dv57rM6dOnERQUhM6dO+P8+fOYOHEixo8fLxWkmzdvhrOzMyZNmiTdb5qf8PBwBAUF4Z9//kGLFi0QHByM//77D8Dr4s7Z2Rm//vorLl26hLCwMIwdOxYbN24EADRs2BCWlpbYtGmTtL2srCxs2LAh31EH4+PjsXXrVuzYsQM7duzAn3/+qda1f9iwYYiJicG2bduwb98+HDlyJN9uJp06dcLw4cPV7rPt1KlTgY4xOTkZDRo0gJ+fH06dOoXdu3fj/v37CAoKyvd9e/78OaZPn45ly5bh4sWLufYSKOhxzJ49G9WqVcPZs2fRv39/9OvXD1evXgUA/P333wCA/fv34+7du7l2S3JxcZE+g6tXr+Lu3btSkR0REYFVq1Zh8eLFuHjxIoYOHYqvvvoKf/75J4B3f8bZDh48iKSkJBw+fBhz5szBhAkT0KpVK5QsWRInTpxA37590adPnzxz+/LlSzx9+lTtRfJo3rw5OnbsiEqVKqFp06bYuXMnkpOTpc+4b9++uHr1Kq5evYq+ffti5cqVMDMzQ0BAAHr37o0tW7Zgzpw56Ny5s9q9YkRERKRZGRkZWL16NeLi4qTb1IKDg6Uu2QDg5OSEmzdvSutk95LL9q75AKBQ/H/5U7JkSZQoUQInTpxAcnKy9EpPT5ce+9W/f38cP34ciYmJMDIywuDBgwG8LiRXrVqFe/fuYdmyZRgxYgROnz4NFxcX2NnZqW0vJSVFKgrfbmNe7XzTixcv8ODBA7XlS5UqJf3cq1cvREVFYcuWLXBzc0PVqlVz3c7Dhw+xfft2HDhwQHqPR48ejeTkZLUaJy8F+Yzs7Ozw008/4ebNm9i+fTsWL16MLVu2AACCgoJw6NAh3L9/H5UrV0a3bt1y3U9ey7352WXr27cvSpUqhUuXLuHp06f45ZdfCtUDJ7dtaptWW9SuXTtUqVIl1+4nwOsBAho2bIjx48fD09MToaGhGDhwIGbOnAkAsLKygp6eHszMzKSQ5Cc0NBRdunRB2bJlMXXqVKSlpUlFoYGBAcLDw1GtWjWULl0awcHB6NGjh/TFXk9PD507d5a6pwDAgQMHkJycjPbt2+e5T5VKhaioKPj4+ODzzz9Ht27dcODAAQCvrzqvXLkSs2bNQsOGDeHj44PIyEhkZWXluT0TExMolUq1+2xNTEwKdIwLFiyAn58fpk6divLly8PPzw8rVqzAoUOH8r13PiMjAz/99BNq1aoFLy8vlChRQm1+YY6jRYsW6N+/P8qWLYtRo0bBxsYGhw4dAgDY2toCAKytreHg4AArK6sc6+vp6UnT7ezs4ODgAAsLC7x8+RJTp07FihUr0LRpU5QpUwahoaH46quvsGTJEgDv/oyzWVlZYd68efDy8kLPnj3h5eWF58+fY+zYsShXrhzGjBkDQ0NDafCxt0VERMDCwkJ6ubi45PnekmZZWlrC09MT169fzzHv0aNHCA8Px/z583HixAl4enqiXLlyqF+/PjIyMmQZT6IoCYIAJycnDqpEGsWckRyYs0/Ttm3b8PTpU5w5cwaxsbGIjY3FuXPnMH78eKxYsQKiKKJLly6YNm0akpKSkJycjEmTJqlt413z3yQIApydndGnTx8MHz4ct27dAgA8fvxYGmDt5MmTOHr0KF69egUTExOYmppKg8muWrUK9+/fhyAIsLS0hEKhgJ6eHqpXrw4XFxeMGzcOqampEEURN2/exK5duwC8Lj4PHDiAP/74A5mZmVi6dOk7v3MoFAqMGTMG6enpuHr1KhYuXKh2gbBTp044ffo0pk2blu/V81WrVsHKygpXrlyR3uMLFy4gNDS0QN3cC/IZbdy4EYmJiRBFEZaWltDT04O+vj6uXr2Kffv2IT09HYaGhlI987b8lrO3t8fdu3eRnp4uLf/06VOYmZnB3Nwct27dkurEgrK3t0d8fHyh1tE0rZ8ymD59OlauXInLly/nmHf58mXUrl1bbVrt2rVx7dq1fIvYvLx5/4KpqSnMzc3VzkYtXLgQ/v7+sLW1hVKpxM8//6x2Ris4OBjR0dHSyI5r1qxBy5Yt870X293dHWZmZtLPjo6O0j7//fdfZGRkqA2QYGFhAS8vr0IfW0GO8dy5czh06JA08qFSqZQeQZVfMA0NDfO996Mwx/HmdgRBgIODg9pn8L6uX7+O58+fo3HjxmrHt2rVKrVje9dnDLweBfzNs2n29vbw9fWVftbT04O1tXWe7R4zZgxSUlKkV/YvfH7RkF9aWhri4+Ph6OiYY97QoUMxdOhQODs7IysrS20E0szMzPf6HaNNgiBAX1+fOSONYs5IDszZp2n58uXo0qULypcvrzbY6+DBg5GUlIRDhw5h3LhxqFatGnx8fFClSpUcA6G9a/6bsnM2bdo0BAQEoEGDBjAzM4O/vz/27t0L4HXx179/f+niUVJSktRzc//+/ahcuTKUSiXatGmDmTNnokqVKtDT08OOHTtw584deHt7w8LCAi1btpQuFnh5eWH16tUYPHgwrK2tceLECTRr1izf98bMzAxVqlRBmTJlULduXXTv3h0hISFq8zt27IgrV67k27N3+fLl6NevH0qVKqX2Hg8fPhzR0dHvLFQL8hmdPn0atWrVglKpREBAAHr16oUvvvgCr169wvjx42Fvbw9ra2scPHgw1wGn81uuQYMGqFmzJkqVKgVLS0skJiZizpw52LFjB8zNzdGmTZt8L5zmZuzYsViwYAEsLS3Rv3//Qq2rKVp/nlDdunXRtGlTjBkzRrqXWFMMDAzUfhYEQRohdP369RgxYgRmz56NgIAAmJmZYebMmThx4oS0fPXq1eHh4YH169ejX79+2LJlyztHMs9vn5qQ3/7S0tLQunVrTJ8+Pcd6uRUw2YryUSeaej+yuw398ccfal1+AEiDZBTkM86rjYVpt5GRUa4Dc3DAG80bMWIEWrduDTc3NyQlJWHChAnQ09NDly5d1Jbbt28f4uLisHLlSgCv/9++cuUKdu3ahVu3bkFPT++DTpRpg0qlQmJiojSiKZEmMGckB+ZMPgnTWmq7CZKdO3fmOt3GxkbtiunPP/+sNoZR7969pX8bGxvnO//N7+1v5mzcuHEYN25cjn03bNgwz/ufV61aleex2NnZ5TteUVBQ0DtvMc0WGBgojYGVPfp4btzd3dG6dWvp3vLcXLp0KdfpPj4+0vdaDw+PPGuygnxGDRo0yLXW8PX1xfHjx3NdPzQ0VNpnfssZGBjg999/V5vm6uqKixcvqk0bNmyY9O+3B4yrUqWK2nfy1q1bqz0iTxdovUAHgGnTpqFKlSo5vhB7e3sjJiZGbVpMTAw8PT2hp6cH4PXV3aK40hUTE4NatWqpnTnJ7SxScHAw1qxZA2dnZygUCrRs+f6/2MqUKQMDAwOcPHlSGrAiJSUFcXFx0kiQuXnfY65atSo2bdoEd3f3In3W8/sex9sMDQ0B4J3Hlttybw5gV69evVzXK+hnTB+v27dvS8+/tLW1RZ06dXD8+HHp9gkASE9Px8CBA7Fhwwbpi5+zszPmz5+PHj16wMjICCtXrlS7dYSIiIhIVz18+BBLly4t8kcgk3boxGlJX19fBAcHY968eWrThw8fjgMHDmDy5MnS1a4FCxZgxIgR0jLu7u44fPgw7ty5k+9o5O9Srlw5nDp1Cnv27EFcXBzGjx+PkydP5lguODgYZ86cwZQpU9ChQ4c8H2FQEGZmZggJCcG3336LQ4cO4eLFi+jVqxcUCkW+V6zd3d1x48YNxMbG4tGjRwUezGrAgAH477//0KVLF5w8eRLx8fHYs2cPevTo8UEnOd73ON5mZ2cHExMTafC6lJSUXJdzc3ODIAjYsWMHHj58iLS0NJiZmWHEiBEYOnQoVq5cifj4eJw5cwbz58+XrpIW9DOmj9f69euRlJSEly9f4vbt21i/fj08PDzUljExMcHVq1dRpUoVtem9e/fGvXv3cPPmzQ868UZEREQklylTpsDd3R0tW7ZEw4YNtd0cKgI6UaADwKRJk3J0Ga5atSo2btyI9evXw8fHB2FhYZg0aZJat4tJkyYhISEBHh4ealfJCqtPnz748ssv0alTJ3z22Wd4/PhxrvchlC1bFjVq1MA///yT7z0eBTVnzhwEBASgVatWaNSoEWrXrg1vb28YGxvnuU779u3RrFkz1K9fH7a2tli3bl2B9uXk5ISYmBhkZWWhSZMm8PX1xZAhQ6SBLeQ+jrfp6+tj3rx5WLJkCZycnNCmTZtclytVqhTCw8MxevRo2NvbY+DAgQCAyZMnY/z48dLjs5o1a4Y//vhDenxbQT9jIiIiIqKPwXfffYdnz55h8eLF2m4KFRFB5I2xOuXZs2coVaoUZs+ejV69emm7Oe+tuBxHUXj69CksLCywf/9+mJqaars5H42aNWtquwkfHZVKxfs1SeOYM5IDc0ZyYM7ofWV/v09JSYG5uXmRblsn7kH/lJ09exZXrlxBjRo1kJKSIj0OIq+rx7qquByHJvFcGGmSKIrIzMyEgYEBRz4mjWHOSA7MGcmBOSNdxVNGOmDWrFmoXLkyGjVqhGfPnuHIkSP5jsCoq4rLcRB9jERRRFJSEk8EkUYxZyQH5ozkwJyRruIVdC3z8/PD6dOntd2MD1ZcjoOIiIiIiEhbeAWdiIiIiIiISAewQCciKiZ4Dx3JgTkjOTBnVBgJCQkQBAHJycmFWq+wOVu6dCkcHR2hVCpx9uzZQq1LVFDs4k4kE37ZIE1SKBRwc3PTdjOomGPOSA7MmXyOHz+u8X0U9qks+/fvR3h4OM6ePQs9PT3UqlULU6ZMQdWqVaVlBEHA2bNnUaVKlfduV2FzlpGRgcGDB2Pv3r34/PPP33u/wOsTCqVLl8aTJ09gaWn5Qdui4odX0IlkwkFISJNEUUR6ejpzRhrFnJEcmLNP17Zt29C2bVt0794dd+/eRUJCAurWrYu6devi1KlTRbqv/HKWkZGRY9q9e/fw4sUL+Pr6Fmk73ldubaTigc9BJ9Kw7Ock8iwpaZJKpUJiYiJcXV35TFfSGOaM5MCcyUeXrqCLoogyZcqgV69eGDdunNq8Xr16IT4+HtHR0ahRowZOnjwJExMTKBQKjB07Fl27dkXp0qWxatUqhIeH49GjR2jbti2WLl0KAwMDAMCZM2cwfPhwnDt3DlZWVvj222/RtGlTuLq6YtKkSTh16hRcXFywYcMG9OjRA7Nnz5b2f/bsWdSpUwfPnz+Hqakp7O3tER8fjzlz5mDRokW4d+8e7OzsMHToUAwcOFBa79q1axg+fDiOHTuGrKwsBAYGYvPmzbCzs8PDhw9hamoKAFiyZAmCg4Oxd+9ejBo1Cv/++y88PDwwY8YMNGrUCAAQGhoKPT09pKamYvfu3ZgyZQpq166N/v3749KlSzA0NERAQAC2b9/+QZ8XFQyfg05ERERERMVWXFwcEhIS0LVr1xzzunbtiqZNmyI9PR1///03BEHA0aNHpS7uCQkJAIBdu3bh7NmzSE1NxWeffYY1a9YgNDQU9+7dQ+PGjbFo0SK0b98ely9fRpMmTaBUKuHq6goA2L17N5YtW4b58+fj1atXavv38/PDxYsXUbp0ady+fVu64OLm5oaDBw/C2dkZ0dHRaNGiBfz8/FC7dm08e/YMjRo1QnBwMNatWwcDAwPExMQAAP7+++8c27p+/TratGmDNWvW4IsvvsDWrVvxxRdfSPsFgHXr1mHLli1Yv349Xrx4gUaNGqF169Y4evQoMjIycOLEiSL+VEgbeFqSiIiIiIi06tGjRwAAJyenHPOcnJyQlZWF//77L99thIWFwczMDE5OTmjWrJn0CODVq1ejbt26CAoKgp6eHnx8fBAaGopt27ZJ62ZP09fXR4kSJQrU5vbt28PFxQWCIKB+/fpo2rQpoqOjAQA7duyAgYEBpkyZAlNTUxgaGqJ+/fp5bmvDhg0IDAzEl19+CX19fXTo0AF16tTBunXrpGWaNGmCpk2bQqFQoESJEjAwMMDNmzeRlJQEIyMj1K1bt0DtJt3GAp2IqJjI7sZHpEnMGcmBOfv02NjYAACSkpJyzEtKSoKenh6srKzy3YaDg4P0b1NTU6SmpgJ4fYV9586dsLS0lF7z58/Hw4cPpeWzr6QXxpo1a1C1alVYWVnB0tISO3fulE403Lx5Ex4eHgUeJPj27dtwd3dXm1amTBncvn07zzauWLECL168gL+/P8qXL48FCxYU+hhI97BAJ5IJ76MjTVIoFChVqhRzRhrFnJEcmLNPk6enJ9zc3NSuGGdbt24dateuDRMTEwCFfzKOi4sL2rVrh+TkZOmVmpqKgwcPSjkrbN4SExMREhKCGTNm4MGDB0hOTkaLFi2kQefc3NwQHx+f6yB0ue3L2dlZ6qqfLSEhAc7Oznmu5+HhgVWrVuHevXtYtmwZRowYIfUaoI8Xf/MRyYTjMZImiaKI1NRU5ow0ijkjOTBnnyZBEPDDDz8gIiICy5cvR1paGpKTkzF9+nSsX78eM2bMkJbNHqStoLp164aDBw9i06ZNyMjIQEZGBs6ePYvo6Oj3zllaWhpEUYSdnR0UCgV27tyJvXv3SvNbtmyJly9fIiwsDM+ePcOrV69w6NAhAICtrS0UCoXaMXTq1AnR0dH4/fffkZmZic2bN+Pw4cPo3Llznm1YtWoV7t+/D0EQYGlpCYVCAT09vfc6HtIdLNCJZMIvGqRJoiji8ePHzBlpFHNGcmDOPl3t2rXDpk2bEBkZCQcHB7i6uuLgwYM4dOgQPvvsM2m5yZMnY/DgwShZsiSmTZv2zu2WKlUKe/bswZIlS+Do6Ah7e3sMHDgQd+7cee+cVahQAd999x0aNGgAa2trbNiwAV988YU0X6lUYv/+/Th9+jRcXV3h6OiIhQsXAgBMTEwwYcIENG/eHJaWlli7di3Kli2LzZs3Y8KECbCyssKkSZOwZcsWlClTJs827N+/H5UrV4ZSqUSbNm0wc+bMD3o2POkGPmaNSMP4mDWSAx9LRHJgzkgOzBnJgTmjD6HJx6wxjUREREREREQ6gAU6EVExkT14DpEmMWckB+aM5MCckS7S13YDiD4V7D5FmqRQKGBvb6/tZlAxx5yRHJgzkgNzRrqKFQORTDjcA2mSKIpITk5mzkijmDOSA3NGcmDOSFexQCeSCf8AkCbxiwbJgTkjOTBnJAfmjHQVC3QiIiIiIiIiHcACnYiIiIiIiEgHsEAnIiomlEqltptAnwDmjOTAnJEcmDPSRRzFnUgmHMWdNEmhUMDGxkbbzaBijjkjOTBnJAfmjHQVKwYimahUKm03gYoxlUqFR48eMWekUcwZyYE5IzkwZ6SrWKATERUTaWlp2m4CfQKYM5IDc0ZyYM5IF7FAJyIiIiIiItIBvAedSMOyn6/59OlT3odOGqNSqZCamsqckUYxZyQH5ozkwJzRh3j69CmA//+eX5RYoBNp2OPHjwEAbm5uWm4JEREREREVldTUVFhYWBTpNlmgE2mYlZUVACAxMbHI/wcmyvb06VO4uLjg1q1bMDc313ZzqJhizkgOzBnJgTmjDyGKIlJTU+Hk5FTk22aBTqRh2d2mLCws+AeANM7c3Jw5I41jzkgOzBnJgTmj96WpC2+84YKIiIiIiIhIB7BAJyIiIiIiItIBLNCJNMzIyAgTJkyAkZGRtptCxRhzRnJgzkgOzBnJgTkjXSWImhgbnoiIiIiIiIgKhVfQiYiIiIiIiHQAC3QiIiIiIiIiHcACnYiIiIiIiEgHsEAnIiIiIiIi0gEs0Ik0aOHChXB3d4exsTE+++wz/P3339puEn3kDh8+jNatW8PJyQmCIGDr1q1q80VRRFhYGBwdHWFiYoJGjRrh2rVr2mksfZQiIiJQvXp1mJmZwc7ODm3btsXVq1fVlmHO6EMtWrQIlSpVgrm5OczNzREQEIBdu3ZJ85kx0oRp06ZBEAQMGTJEmsaska5hgU6kIRs2bMCwYcMwYcIEnDlzBpUrV0bTpk3x4MEDbTeNPmLPnj1D5cqVsXDhwlznz5gxA/PmzcPixYtx4sQJmJqaomnTpnjx4oXMLaWP1Z9//okBAwbg+PHj2LdvHzIyMtCkSRM8e/ZMWoY5ow/l7OyMadOm4fTp0zh16hQaNGiANm3a4OLFiwCYMSp6J0+exJIlS1CpUiW16cwa6RyRiDSiRo0a4oABA6Sfs7KyRCcnJzEiIkKLraLiBIC4ZcsW6WeVSiU6ODiIM2fOlKYlJyeLRkZG4rp167TQQioOHjx4IAIQ//zzT1EUmTPSnJIlS4rLli1jxqjIpaamiuXKlRP37dsn1qtXT/zmm29EUeTvM9JNvIJOpAGvXr3C6dOn0ahRI2maQqFAo0aNcOzYMS22jIqzGzdu4N69e2q5s7CwwGeffcbc0XtLSUkBAFhZWQFgzqjoZWVlYf369Xj27BkCAgKYMSpyAwYMQMuWLdUyBfD3GekmfW03gKg4evToEbKysmBvb6823d7eHleuXNFSq6i4u3fvHgDkmrvseUSFoVKpMGTIENSuXRs+Pj4AmDMqOufPn0dAQABevHgBpVKJLVu2oEKFCjh69CgAZoyKxvr163HmzBmcPHkyxzz+PiNdxAKdiIiIcjVgwABcuHABf/31l7abQsWQl5cXYmNjkZKSgt9++w0hISH4888/td0sKkZu3bqFb775Bvv27YOxsbG2m0NUIOziTqQBNjY20NPTw/3799Wm379/Hw4ODlpqFRV32dli7qgoDBw4EDt27MChQ4fg7OwsTWfOqKgYGhqibNmy8Pf3R0REBCpXroy5c+cyY1RkTp8+jQcPHqBq1arQ19eHvr4+/vzzT8ybNw/6+vrSlXNmjXQJC3QiDTA0NIS/vz8OHDggTVOpVDhw4AACAgK02DIqzkqXLg0HBwe13D19+hQnTpxg7qjARFHEwIEDsWXLFhw8eBClS5dWm8+ckaaoVCq8fPmSGaMi07BhQ5w/fx6xsbHSq1q1aggODkZsbCzKlCnDrJHOYRd3Ig0ZNmwYQkJCUK1aNdSoUQM//vgjnj17hh49emi7afQRS0tLw/Xr16Wfb9y4gdjYWFhZWcHV1RVDhgzB999/j3LlyqF06dIYP348nJyc0LZtW+01mj4qAwYMwNq1a/H777/DzMxMug/TwsICJiYm0jOEmTP6EGPGjEHz5s3h6uqK1NRUrF27FtHR0dizZw8zRkXGzMxMGj8jm6mpKaytraXpzBrpGhboRBrSqVMnPHz4EGFhYbh37x6qVKmC3bt35xiIhKgwTp06hfr160s/Dxs2DAAQEhKCqKgojBw5Es+ePcP//vc/JCcno06dOti9ezfvvaMCW7RoEQAgMDBQbXpkZCRCQ0MBgDmjD/bgwQN0794dd+/ehYWFBSpVqoQ9e/agcePGAJgxkg+zRrpGEEVR1HYjiIiIiIiIiD51vAediIiIiIiISAewQCciIiIiIiLSASzQiYiIiIiIiHQAC3QiIiIiIiIiHcACnYiIiIiIiEgHsEAnIiIiIiIi0gEs0ImIiIiIiIh0AAt0IiIiIiIiIh3AAp2IiIiIiIhIB7BAJyIiIiIiItIBLNCJiIiIiIiIdAALdCIiIiIiIiIdwAKdiIiIiIiISAewQCciIiIiIiLSASzQiYiIiIiIiHQAC3QiIiIiIiIiHcACnYiIiKiI7d69G1WqVIGxsTEEQUBycrJG9xcdHQ1BEBAdHS1NCw0Nhbu7u0b3qykqlQo+Pj6YMmVKkW2zZs2aGDlyZJFtj4hIE1igExER6bCoqCgIgiC9jI2N4enpiYEDB+L+/fvabt4Hu3TpEiZOnIiEhARtN6XIPH78GEFBQTAxMcHChQuxevVqmJqa5rrs25/vm6/Ro0fL3HLdsW7dOty6dQsDBw6Upt25cwctW7aEubk5KlSogO3bt+dYb/PmzbCzs0NKSkqOeaNGjcLChQtx7949jbadiOhD6Gu7AURERPRukyZNQunSpfHixQv89ddfWLRoEXbu3IkLFy6gRIkS2m7ee7t06RLCw8MRGBj40V7tfdvJkyeRmpqKyZMno1GjRgVaJ/vzfZOPj0+B91m3bl2kp6fD0NCwUG3VVTNnzkTnzp1hYWEhTQsJCcGdO3cwffp0xMTEoGPHjrhy5YqUmxcvXmDEiBH4/vvv1dbL1qZNG5ibm+Onn37CpEmT5DoUIqJCYYFORET0EWjevDmqVasGAOjduzesra0xZ84c/P777+jSpcsHbfv58+cfdZGvax48eAAAsLS0LPA6b36+70OhUMDY2Pi91y+IZ8+e5dkToCidPXsW586dw+zZs6Vp6enpOHjwIKKjo1G3bl307dsXR48exZ49e9CnTx8AwKxZs2BhYYHevXvnul2FQoEOHTpg1apVCA8PhyAIGj8WIqLCYhd3IiKij1CDBg0AADdu3JCm/fLLL/D394eJiQmsrKzQuXNn3Lp1S229wMBA+Pj44PTp06hbty5KlCiBsWPHAnh9BXLixInw9PSEsbExHB0d8eWXXyI+Pl5aX6VS4ccff0TFihVhbGwMe3t79OnTB0+ePFHbj7u7O1q1aoW//voLNWrUgLGxMcqUKYNVq1ZJy0RFRaFjx44AgPr160tdu7Pvo/7999/RsmVLODk5wcjICB4eHpg8eTKysrJyvB8LFy5EmTJlYGJigho1auDIkSMIDAxEYGCg2nIvX77EhAkTULZsWRgZGcHFxQUjR47Ey5cvC/S+//rrr9J7bGNjg6+++gp37txRe39DQkIAANWrV4cgCAgNDS3QtnNz8+ZN9O/fH15eXjAxMYG1tTU6duyY45aA3O5Bf1teyyQkJEAQBERFRUnTQkNDoVQqER8fjxYtWsDMzAzBwcEACp6BU6dOoWnTprCxsYGJiQlKly6Nnj17vvOYt27dCkNDQ9StW1ea9uLFC4iiiJIlSwIABEGApaUlnj9/DuB19/dp06Zh7ty5UCjy/nrbuHFj3Lx5E7Gxse9sBxGRNvAKOhER0Ucou2i2trYGAEyZMgXjx49HUFAQevfujYcPH2L+/PmoW7cuzp49q3Y19/Hjx2jevDk6d+6Mr776Cvb29sjKykKrVq1w4MABdO7cGd988w1SU1Oxb98+XLhwAR4eHgCAPn36ICoqCj169MDgwYNx48YNLFiwAGfPnkVMTAwMDAyk/Vy/fh0dOnRAr169EBISghUrViA0NBT+/v6oWLEi6tati8GDB2PevHkYO3YsvL29AUD6b1RUFJRKJYYNGwalUomDBw8iLCwMT58+xcyZM6X9LFq0CAMHDsTnn3+OoUOHIiEhAW3btkXJkiXh7OwsLadSqfDFF1/gr7/+wv/+9z94e3vj/Pnz+OGHHxAXF4etW7fm+55nH3f16tURERGB+/fvY+7cuYiJiZHe4++++w5eXl74+eefpW7r2e9dflJSUvDo0SO1aTY2Njh58iSOHj2Kzp07w9nZGQkJCVi0aBECAwNx6dIljfZ8yMzMRNOmTVGnTh3MmjVL2ldBMvDgwQM0adIEtra2GD16NCwtLZGQkIDNmze/c79Hjx6Fj4+PWpZKliwJDw8PTJ06FVOnTsXRo0cRGxuL+fPnAwBGjhyJ5s2bqxX1ufH39wcAxMTEwM/P733fGiIizRGJiIhIZ0VGRooAxP3794sPHz4Ub926Ja5fv160trYWTUxMxNu3b4sJCQminp6eOGXKFLV1z58/L+rr66tNr1evnghAXLx4sdqyK1asEAGIc+bMydEGlUoliqIoHjlyRAQgrlmzRm3+7t27c0x3c3MTAYiHDx+Wpj148EA0MjIShw8fLk379ddfRQDioUOHcuz3+fPnOab16dNHLFGihPjixQtRFEXx5cuXorW1tVi9enUxIyNDWi4qKkoEINarV0+atnr1alGhUIhHjhxR2+bixYtFAGJMTEyO/WV79eqVaGdnJ/r4+Ijp6enS9B07dogAxLCwMGla9md28uTJPLf39rK5vfJ6D44dOyYCEFetWiVNO3ToUI73MSQkRHRzc8t3GVEUxRs3bogAxMjISLV1AYijR49WW7agGdiyZUuB34O3OTs7i+3bt88x/cCBA2LJkiWl92fIkCGiKIpiTEyMaGJiIiYkJBRo+4aGhmK/fv0K3S4iIjmwizsREdFHoFGjRrC1tYWLiws6d+4MpVKJLVu2oFSpUti8eTNUKhWCgoLw6NEj6eXg4IBy5crh0KFDatsyMjJCjx491KZt2rQJNjY2GDRoUI59Z9+r++uvv8LCwgKNGzdW24+/vz+USmWO/VSoUAGff/659LOtrS28vLzw77//FuiYTUxMpH+npqbi0aNH+Pzzz/H8+XNcuXIFwOtu1I8fP8bXX38Nff3/7xgYHBwsdYfO9uuvv8Lb2xvly5dXa3/27QJvt/9Np06dwoMHD9C/f3+1e71btmyJ8uXL448//ijQMeVl4cKF2Ldvn9rr7fcgIyMDjx8/RtmyZWFpaYkzZ8580D4Lol+/fmo/FzQD2T02duzYgYyMjELt8/Hjxzk+O+D1bR2JiYk4fvw4EhMT8cMPP0ClUmHw4MEYPnw43NzcsGjRIpQvXx5eXl5YvHhxrtsvWbJkjt4KRES6gl3ciYiIPgILFy6Ep6cn9PX1YW9vDy8vL+le22vXrkEURZQrVy7Xdd/sKgwApUqVyjHad3x8PLy8vNSK3Lddu3YNKSkpsLOzy3V+9uBo2VxdXXMsU7JkyRz3Kufl4sWLGDduHA4ePIinT5+qzct+jNbNmzcBAGXLllWbr6+vn2NU+GvXruHy5cuwtbUtUPvflL0fLy+vHPPKly+Pv/76K/+DeYcaNWrkOkhceno6IiIiEBkZiTt37kAURWlebo8SK0r6+vpqtwgABc9AvXr10L59e4SHh+OHH35AYGAg2rZti65du8LIyOid+37zON+kVCrx2WefST9HRkbi3r17GD16NPbv349vv/0Wv/zyCwRBQNeuXeHl5YX69evn2DYHiCMiXcUCnYiI6COQVwEHvL63WhAE7Nq1C3p6ejnmK5VKtZ/fvCpbGCqVCnZ2dlizZk2u898ufHNrC5B38fWm5ORk1KtXD+bm5pg0aRI8PDxgbGyMM2fOYNSoUVCpVO/Vfl9fX8yZMyfX+S4uLoXepqYNGjQIkZGRGDJkCAICAmBhYQFBENC5c+dCvwd5FaW5DboHvO5p8faAawXNgCAI+O2333D8+HFs374de/bsQc+ePTF79mwcP348RybfZG1tXaCTOE+fPsV3332HWbNmwdTUFOvWrUOHDh3Qtm1bAECHDh2wZs2aHAV6cnIybGxs3rl9IiJtYIFORET0kfPw8IAoiihdujQ8PT3fexsnTpxARkZGjivuby6zf/9+1K5d+72L/LflVTRGR0fj8ePH2Lx5s9rAX2+OWg8Abm5uAF4PSPdmIZaZmYmEhARUqlRJrf3nzp1Dw4YNC30FNXs/V69elbrEZ7t69ao0v6j99ttvCAkJUXvk2IsXL5CcnFzobWV3G3973ezeAQVR2AzUrFkTNWvWxJQpU7B27VoEBwdj/fr1eT4KDXjdI+Htzzk32YPwZY8un5SUpDbwm5OTU47R2u/cuYNXr15JAxESEeka3oNORET0kfvyyy+hp6eH8PDwHFenRVHE48eP37mN9u3b49GjR1iwYEGOednbDAoKQlZWFiZPnpxjmczMzPcqGrOfq/32utlX3988nlevXuGnn35SW65atWqwtrbG0qVLkZmZKU1fs2ZNjquwQUFBuHPnDpYuXZqjHenp6Xj27Fme7axWrRrs7OywePFitUey7dq1C5cvX0bLli3fcaTvR09PL8dnOn/+/DyveufHzc0Nenp6OHz4sNr0t9/T/BQ0A0+ePMnR7ipVqgDAOx9pFxAQgAsXLuS7XFxcHBYsWIC5c+dKJ1vs7e2lsQkA4PLly3BwcFBb7/Tp0wCAWrVq5dsGIiJt4RV0IiKij5yHhwe+//57jBkzRnrEmJmZGW7cuIEtW7bgf//7H0aMGJHvNrp3745Vq1Zh2LBh+Pvvv/H555/j2bNn2L9/P/r37482bdqgXr166NOnDyIiIhAbG4smTZrAwMAA165dw6+//oq5c+eiQ4cOhWp7lSpVoKenh+nTpyMlJQVGRkZo0KABatWqhZIlSyIkJASDBw+GIAhYvXp1jqLP0NAQEydOxKBBg9CgQQMEBQUhISEBUVFR8PDwULtS3q1bN2zcuBF9+/bFoUOHULt2bWRlZeHKlSvYuHEj9uzZk+dtBAYGBpg+fTp69OiBevXqoUuXLtJj1tzd3TF06NBCHXdBtWrVCqtXr4aFhQUqVKiAY8eOYf/+/dLj9QrDwsICHTt2xPz58yEIAjw8PLBjx458771/W0EzsHLlSvz0009o164dPDw8kJqaiqVLl8Lc3BwtWrTIdx9t2rTB5MmT8eeff6JJkya5LjN06FB06tQJNWrUkKZ16NABbdq0wdixYwEA27dvx44dO9TW27dvH1xdXfmINSLSXVoZO56IiIgKpDCP7Nq0aZNYp04d0dTUVDQ1NRXLly8vDhgwQLx69aq0TL169cSKFSvmuv7z58/F7777TixdurRoYGAgOjg4iB06dBDj4+PVlvv5559Ff39/0cTERDQzMxN9fX3FkSNHiklJSdIybm5uYsuWLXPso169emqPPhNFUVy6dKlYpkwZUU9PT+0xYDExMWLNmjVFExMT0cnJSRw5cqS4Z8+eXB8VNm/ePNHNzU00MjISa9SoIcbExIj+/v5is2bN1JZ79eqVOH36dLFixYqikZGRWLJkSdHf318MDw8XU1JS3vUWixs2bBD9/PxEIyMj0crKSgwODhZv376ttsz7PGYtr2WfPHki9ujRQ7SxsRGVSqXYtGlT8cqVK6Kbm5sYEhIiLVeQx6yJoig+fPhQbN++vViiRAmxZMmSYp8+fcQLFy7k+pg1U1PTPNv9rgycOXNG7NKli+jq6ioaGRmJdnZ2YqtWrcRTp0698z0RRVGsVKmS2KtXr1zn/fHHH6JSqVTLW7aIiAjRyclJdHR0FKdPn642LysrS3R0dBTHjRtXoDYQEWmDIIoFGKmFiIiI6COiUqlga2uLL7/8Mtcu7aTbVq9ejQEDBiAxMVF6ZNuH2rp1K7p27Yr4+Hg4OjoWyTaJiIoa70EnIiKij9qLFy9ydH1ftWoV/vvvPwQGBmqnUfRBgoOD4erqioULFxbZNqdPn46BAweyOCcincYr6ERERPRRi46OxtChQ9GxY0dYW1vjzJkzWL58Oby9vXH69Okcz3wnIiLSVRwkjoiIiD5q7u7ucHFxwbx58/Dff//BysoK3bt3x7Rp01icExHRR4VX0ImIiIiIiIh0AO9BJyIiIiIiItIBLNCJiIiIiIiIdAALdCIiIiIiIiIdwAKdiIiIiIiISAewQCciIiIiIiLSASzQiYiIiIiIiHQAC3QiIiIiIiIiHcACnYiIiIiIiEgHsEAnIiIiIiIi0gEs0ImIiIiIiIh0AAt0IiIiIiIiIh3AAp2IiIiIiIhIB7BAJyIiIiIiItIBLNCJiIiIiIiIdMD/Abp6gFI1hfgD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676" name="AutoShape 4" descr="data:image/png;charset=utf-8;base64,iVBORw0KGgoAAAANSUhEUgAAA+gAAAJYCAYAAADxHswlAAAAOXRFWHRTb2Z0d2FyZQBNYXRwbG90bGliIHZlcnNpb24zLjguNCwgaHR0cHM6Ly9tYXRwbG90bGliLm9yZy8fJSN1AAAACXBIWXMAAA9hAAAPYQGoP6dpAADqBklEQVR4nOzdeVxO6f8/8Ne527SnpETJVooWVIMMWWayNRifaSyD0Ni3sY4xyDb2nWHGboaxMxiMrcbI2CKMydZIlqYIJUJ1n98ffp1vt3Y6577l9Xw87gfdZ7vO6VXd73Oucx1BFEURRERERERERKRVKm03gIiIiIiIiIhYoBMRERERERHpBBboRERERERERDqABToRERERERGRDmCBTkRERERERKQDWKATERERERER6QAW6EREREREREQ6gAU6ERERERERkQ5ggU5ERERERESkA1igExEREREREekAFuhEREREREREOoAFOhEREREREZEOYIFOREREREREpANYoBMRERERERHpABboREREVKqEhIRAEAQIgoCAgACNadnvC4KAtWvXaqV9VDp9/fXXUra2bt2q7eYoYuDAgdI+HzhwQNvNISoVWKATEVGJiIiIKLD4efToEfz8/KTpKpUKy5Yt005j83Hnzh0MGzYMtWrVgqmpKYyMjGBvbw8PDw98/vnnmD59Oh49eqSxTFhYmLRPzs7Oird57dq1Gsdd1wUEBGi0N79XXFyctpuq03KehMj5MjIygoODAwIDA7FmzRqo1WptN/W9cO/ePSxatAgAUK1aNXTs2FGa9vDhQ6xZswY9evSAt7c37O3tYWBgAGtrazRq1AiLFy/Gy5cv8133oUOH8Mknn6B8+fIwNDRExYoV0alTJ5w9ezbXvJmZmdi5cyeGDh2K+vXrw8nJCWXKlIGZmRk8PT0xZswYJCUl5Vru7t27WLZsGTp16gQPDw/Y2trCwMAAtra2aNGiBdavXw9RFHMtN3z4cOjp6QEAvvnmmzznIaJiEomIiEpAeHi4CEB6rVmzRpqWlJQkenl5SdNUKpW4evVq7TU2D1FRUaKlpaXGPuT1On/+vMZyEydOlKZVrlxZ8XavWbNGo326rkmTJoUeYwDizZs333gb+/fvF2fPni3Onj1b3LRpk8a0/DL6runRo0eRjmOXLl203dT3wuDBg6VjPn/+fI1pv/zyS6HfJz8/P/HJkye51jt+/Ph8l1GpVOKKFSs05k9ISCh0W7a2tuLff/+tsdz06dMLXS4oKEjMzMzM1cZPPvlEmmf79u1vfzCJ3nP6b1zZExERFcF///2H5s2b459//gEA6OnpYf369ejSpYuWW6ZpwIABSElJAQCYmpri888/R9WqVZGRkYHr16/jzz//xO3bt7Xcyv+TmpoKCwsLbTfjrZQtWxbffPNNntOsra3feL0tW7ZEy5Yt33j5kvTkyROYm5vLvp3Zs2dDrVbj1q1b+Omnn/DkyRMAwMaNGzFmzBh4enrK3ob3VXp6OtavXw8AUKlUCA4OznO+smXLolWrVnBzc0NiYiJ++ukn6XfO6dOnMWPGDEydOlWaf8+ePZgyZYr0dcuWLdGoUSP89ttv+Ouvv6BWq9G/f3/4+PjA29tbY1sGBgZo0aIFfH19kZGRga1bt+LGjRsAgPv376Nv3744fvx4rjba29ujdevWqFq1KuLi4vDzzz/j+fPnUnvWrFmD0NBQjWU6deqE3bt3AwB++OEHfPrpp8U5fET0Om2fISAiotIhryvot2/fFl1cXKT3DAwMxG3btuW5/PPnz8XFixeLH374oVi2bFnRwMBAtLe3F//3v/+JJ06c0Jh3woQJ0jorVaokZmVlaUz/+++/Ndpy8uTJAtuekpKiMf/atWvznO/06dPi/fv389zfvF7ZV2j//fdfcejQoWKjRo3ESpUqiSYmJqKhoaHo4OAgtm3bVty9e3eubb1+Zfzp06fiN998I1apUkXU19cX27VrV+j2J06cKIpiwVf5b968qbFMeHi4NO315R49eiQOGTJErFixomhoaCi6ubmJixcvFtVqdYHHN6ecV9CL0uMgPDxc7NWrl1inTh3R3t5eNDQ0FI2NjcVq1aqJISEh4sWLF3Mtk/PqcpMmTTSm5fX9Kclj9ODBA3HAgAFixYoVRZVKpXE1NSUlRfzuu+9EPz8/0cLCQjQwMBAdHR3FHj165LqiWZjXr6DntGzZMo1pv/zyS67li/PzJoqimJycLI4aNUps1qyZWLlyZdHMzEw0MDAQy5cvL7Zo0UJcv359njn49ddfxcDAQLF8+fKivr6+aG5uLlatWlVs166d+N133+X62X327Jk4b948sWHDhqKVlZW0jVatWombN2/Otf7Xfw5jY2PFpUuXih4eHqKRkZFoa2sr9u7dW3z48GGuZdesWSM2adJEtLGxEfX19UUrKyvRxcVFDA4OFpcuXVro9yDbzz//LG2/YcOGuaYfOnRIXLx4sfjs2TON92NiYkQjIyNp2bp162pM9/X1lab5+/tL77948UKsUqWKNC04OFiadv/+fXHYsGFiQkKCxrqePXsm1qxZU+NYpaSkSNM3bNgg/vTTT2JGRobGckePHtVY5tNPP821f0+ePBENDQ2lq/rx8fFFOGpElB8W6EREVCJe/6A8ceJEjQ+RRkZGeRaioviqC7y3t3eBXTkXLFggzX/v3j3RwMBAmv7bb79prC9nAe/u7l5o25OTkzW2N3LkyDy7cha0vwUV6Hv27Cl03kmTJmms//UC/cMPP9T4WukC3dbWVqxdu3ae2xk8eHChxzhbcQv0ESNGFLiPhoaG4qFDhzSW0VaBXq5cuVxFUHaBfu3aNdHZ2Tnf/TAyMhK3bNlS5ONYUIG+e/dujWmvH5/i/ryJoiheunSp0Lz17NlTY5nXM5zXKz09XZo/ISFBrFWrVoHzd+zYUaOIfP3nsFGjRnku17hxY4225fy+5fWys7Mr8veie/fuGr87iqNevXrSsrVr19Y4FjnbM3fuXI3lcnapNzU1zXWiIy+v/yw9ePCgSG20sbGRlmnbtm2h+/Eu3zpCpAvYxZ2IiGQxefJkacAgY2Nj7Nq1Cx9//HGe83br1g3R0dEAAHNzc3Tp0gWVKlVCZGQkDhw4ALVaja+++go+Pj7w9/dHhQoV0LFjR2zatAkAsHLlSrRu3VpaX84RlHv27FloW62trVG5cmXcunULADBnzhysWbMG/v7+qFOnDho0aICAgAAYGRlJy1SrVg2zZ8/GwYMHcejQIQC5u2z7+voCAPT19eHt7Q0fHx/Y2trCwsICT58+RWRkJMLDwwEAU6ZMQe/evVGxYsU82/jnn3/igw8+wEcffYSnT5/CysoKjRo1wtmzZ7F582ZpvtmzZ0v/b9iwYaH7XlT3799Hamoq+vXrBysrK/z888+4c+cOAGDx4sXo2LEjmjRpUqx1pqamYs6cObned3R0xOeffw7g1e0GTZo0gYeHB6ytrWFsbIzk5GT89ttviImJwcuXLzFkyBDpFgptevDgAR48eIAWLVrA398f9+/fh52dHbKystChQwdp4DtbW1t06dIF1tbW+P3333HixAm8ePEC3bt3R7169VC1atU32r5arUZ8fDyWLFkivefg4IBGjRppzFfcnzfgVddtNzc3+Pn5wd7eHlZWVnj+/DnOnz+PPXv2QBRFrFmzBv369YOfnx8AaAwC6evri7Zt2yIzMxO3b9/GqVOnEBMTo9Gurl274vLly9LX//vf/+Du7o5Dhw7hr7/+AgBs374d3333HSZMmJDnMTh+/DiaN2+Ohg0bYteuXbh06RIA4NixYzh58iTq16+fq20tWrRAQEAAnj59itu3b+P48eNIT08v8nH/888/pf/7+PgUebkXL15oDIaYfdwA4OLFixrzvp6JnF8/ffoUsbGxqFGjRoHbu3LlisbyNjY2hbbxv//+k7rhv97GnHx9fREVFQXg1fEICQkpdN1ElA9tnyEgIqLSoaAryhs3bsx3uQsXLmjMe/ToUY3prVu3lqZ16NBBej8yMlJ638DAQPzvv/9EUdS80qevry+9X5gdO3aIgiDkuw+WlpbipEmTcl1ZL84gcVevXhU3bdokLl68WJwzZ444e/Zs0cTERFp+/fr10ryvX3389NNP87xKVpRB4kri6jAAccOGDRrL5ezF0LVr1wL3PVtRBol7/ap3VlaWeOrUKXHt2rXiggULxNmzZ4vDhw/XWCZnt1ptXUEHIA4bNizXPv/666/SdD09PfHatWvStMzMTNHDw0Oa/tVXXxXpOBZlkDgXFxcxOjpaY7k3/XnLduvWLXHbtm3ikiVLpAxXrFhRWmby5MnSvJ6entL7f/31V6513bx5U8r0+fPnNdo1evRojWPUoEEDaZq1tbW03Ou/dzp06CB1tU9OThb19PSkaYsWLZLWaWFhIb3/endwURTF2NjYQr8H2W3L+XsjMjKySMuJoij2799fWs7Y2FiMiYmRpr0+sNyRI0c0ll25cqXG9LyOb06bNm3SmD+/23hyysjIEIOCgqRlypcvLyYlJeU579SpU/P9mSOi4uEVdCIikt2ECRPQqFEjODo65poWGRmp8XWzZs3yXc+JEyek/zds2BB169bFuXPnkJGRgbVr12LMmDEaV89bt24NOzu7IrWxQ4cOOHr0KKZMmYKIiIhcj6dKSUnBxIkToVarERYWVqR1ZouLi0PXrl012p+X7CvSefnmm2+gUmnv6agGBgbSVW0AcHZ2RqNGjaQeANlXz0raoUOHEBoaivj4+ALnu3PnTp75Utq3336b672cGc/KyoKLi0u+yxeWkaIyNTXFt99+Cy8vr3zbAhT95y05ORk9evTAb7/9VuB2c2b4ww8/lK4Ef/TRR2jQoAFq1KgBd3d3NG7cGB4eHtK82VfIs/Xo0UP6v56eHr744gtpnocPH+Lq1atwc3PLtf3+/ftLjxu0trZGuXLlkJiYCAAaj0j88MMPpX2pXbs2PvjgA9SoUQO1atVC06ZNUb169QL3M1tycrLGo8WKMrhhRkYG+vXrh9WrVwN49bP1yy+/oGbNmvkuk3MbeX1dkB9++AGDBg2Svh41apTG8c3LkydP8Pnnn2P//v0AXvW02L17N2xtbfOcP+fV+Pv37xe5bUSUG5+DTkREssjZBfPGjRto0qRJns+2fvjwYZHX+foHvyFDhkj/X7VqFQDN7u29evUq8rqBV8/oPnLkCB4+fIj9+/cjLCwsV5fV+fPnF2udANC+ffsiFV4vXrzId1pBH96L4/UP9gVtMycbGxvpecfZcp78ePz4cbHbUrlyZYivxsPReEVERAB49Wzp9u3bF1qcA0Xfj6J402NUrly5PLsNv03Gi2r27Nn49ttvpZ+7p0+fonv37li3bl2JtKV3796FFueA5rH67rvv0KpVKwBAWloaDh06hO+//x6DBg2Cp6en1K08r3a9fmLt9a9zFts5OTs7a3yd87aUnCfdli1bJnV3T05Oxr59+7Bw4UL06dMHNWrUwOeffy7LM+QfP36Mli1bSsW5iYkJdu7ciXbt2mnM93qOskflz+/rcuXK5dqWWq3GyJEj0a9fP2RmZgIAJk6ciFmzZhXYxtu3b6NRo0ZScW5ra4sjR47ggw8+yHeZ4pwwIKKC8Qo6ERHJ4ttvv8XZs2fx/fffAwBu3ryJJk2a4OjRo6hWrZo03+tXnCZPngxjY+MibaNTp04YNWoU7t+/j+vXr2PJkiXSfa3ly5dHmzZt3qjtlpaW0qO6Jk6ciN69e0sfqFNTU5GYmFjkK/NXr17FhQsXpK+7dOmCWbNmwcHBAYIgoHz58kUqykxNTd9oXwBoXHl//d7a69evF2kdycnJyMrK0ijSs69MAoCVldUbty8/e/bswbNnz6Sv586di969e8PS0hL//PMPatWqVWLbKoljlN/3KGfGy5Qpo/HorNdZWloWaVuvGzlyJABg6NCh8Pb2xt27dwEAI0aMQPv27aX1vsnP29OnT7F3717p6+bNm+PHH39E5cqVoaenBz8/P5w5cybXchYWFti3bx/u3LmDkydP4tq1a/jnn3+wc+dOPHv2DH/88QdmzZqFSZMm5WpXYmKiRpGaM2vAq/Ee8mJgYKDxdfbV9Nc5Ojrir7/+wo0bN3D69Glcv34dly5dwq+//orMzExs2bIFLVu2LHQMC2trawiCIBWo+Z04AIB///0Xbdq0ke4Ft7Ozw549e6SxKnJ6/bF4//77r8bXsbGx0v9NTU1z3aP+7NkzdOnSBb/++iuAV8dl+fLlhZ60PHv2LD755BMkJCQAAFxcXLBv3z6N39l5yXmCJb+r7ERUNCzQiYhIFoIgYOnSpTA0NMSCBQsAAPHx8VKRnt3N9/WBzMqVK4f+/fvnWt/ly5dzffg1MjLCl19+ie+++w7Aq66b2bp16wZ9/aL/mevRoweGDBmCevXq5ZpmZmYm/V+lUmk81zpnQZCzmMyWnJys8fX//vc/aSC4iIiIt+4O+npB8uzZM5iYmGi8l7N4vn//PmJjY1GtWjW8ePEiz0Ha8pKRkYHNmzdLz6+Pi4vTeI5yXsftbb1+7Hr27CkVmlu2bCnRbZXEMcpPzow/f/4ctWrVkq4s53Tq1CmNK75voly5cpg6dapUWCYnJ2PBggWYOHFirrZkz1/Yz1tKSgqysrKkaW3atJEKwqtXr+Ya0Czb33//DVdXV1SqVAn/+9//pPeHDh2KRYsWAQDOnTuXZ7vWrVuHmTNnAnh1W8DPP/8sTbO2toarq2thh6JAFy5cgIeHB6pXr67Rnb1du3bSM73PnTtXaIGur68PJycnaYDJ27dvo0GDBrnmi4yMRPv27fHgwQMAgLu7O/bt24fKlSvnuV47Ozv4+fnh9OnTAIAdO3Zg+PDhAF71UtizZ480b9u2bTVOMCUkJCAoKEi67cTS0hLbtm1DixYtCtyXnTt34osvvpB+j3344YfYtWtXkbrt3759W/r/mw5ySESvsEAnIiJZzZ8/H0ZGRtKH7bt370pFupubG7y8vPDRRx9JI6EPGjQI+/fvR7169aBSqXDr1i2cOHECMTExmDhxYq4Rqfv3749Zs2YhMzMTz58/l94vyujtOa1fvx7r169HtWrV0KhRI1StWhWCIODChQvYsWOHNF/jxo01CuCco67fv38fPXv2hLu7OwRBwMCBA1G9enWoVCqpu+zQoUMRHR2N5ORkrFmzplhtzMvro7536dIFDRs2hEqlQrdu3WBnZ5frCp2/vz+aNGmCc+fO4caNG0XeVq9evfDnn39Ko7hnZGRI00JDQ99uR/LwehHWpk0btGrVChcvXsS2bdtKdFsldYzy0qZNG7i5uUm9O9q3b49PP/0U7u7uUKvViI2NxbFjx3Dr1i2sWbMG3t7eb7W9L774AmFhYVLRuGjRIowYMQJmZmZv9PNWvnx5WFlZSbcxTJ06FUlJScjMzMTq1avzvQVg5MiROH36NJo3bw5HR0fY2tri3r17GrnPPjHi5eWF5s2b48iRIwCAWbNm4d9//0WtWrVw8OBBjXvUhw4d+tbjMXz++edISUlB06ZNUbFiRVhbWyM2Nhb79u3L1bbC+Pv7S8f63LlzCA4O1ph+4sQJNG/eXDpOhoaG6NChg8btONmye0IAwPjx4xEUFATgVYHfqlUrNGrUCHv37pVu+9DX18fXX38tLfP48WP4+flpjAXQvn17REdHSyP35zwG2eM2bN26FZ06dZJ+T1laWiIwMFDqOZTN0tISX375Za52nz17Vvr/hx9+mNdhIqKi0s7YdEREVNq8Ppry68/C/fbbbzWmly9fXrx48aIoiqKYmJhY4HOZs1/Zz/V+3f/+9z+N+Xx9fYvd/sK2jf8/evSlS5c0lktISNAYiT3n6/79+6IoimK/fv3ynN68eXONEbBz7l9RRmcXRVF8/vy5WKFChTzXf+bMGWm+15+jnv3KOWo3Chih3M7OTuNZxzlfAwYMKPJxLs5z0F++fKkxwnnO1+ujmOds95uM4l4Sx6ig/bl69WqBz0HPr035Keg56KIoikuWLNGYPnPmTGnam/y8zZgxI895ateurZGLHj16SMsEBgYWuP4yZcqIp0+fluZPSEgQ3d3dC1ymsOeg37x5U+M4VK5cOc/9cXV1LfRnPS4urkjfi5w/q68/b/316YW9Xjd+/Ph851WpVOKKFSs05n/9iQMFvQp6GkF+r7wy/uTJE9HQ0FAEIAqCIN66datIx42I8sZB4oiISBFTpkzRuPc2KSkJTZs2RXR0NMqXL49Tp05h2bJlaNasGcqVKwc9PT2YmpqiZs2a+OKLL7BhwwaNLuw55RwsDij+4HDAqytfs2fPlq52Zg+KZm5ujjp16mD06NG4fPkyateurbGcvb099uzZA39//3zvQV68eDEmT56MypUrw8DAAE5OThg1ahT27NlTrG74eTEyMsK+ffvw8ccfw8LCIt/5du/ejdDQUNja2sLIyAienp5YuXKlxjOzC1KmTBmEh4fjq6++QqVKlWBoaAhXV1csXLiwyOsoLgMDAxw9ehQhISGwsbGBkZERateujR9//LHYI+kXxdseo4K4uLjg4sWLmDVrFho2bIiyZctK+fL09ERoaCh27twp3ULwtnr37q0xTsK8efOke+vf5OdtzJgxWLp0KVxcXGBgYAB7e3t8+eWX+OOPPzRuAclp1KhRGDp0KOrXr4+KFSvC0NAQRkZGqFq1Knr06IHTp09r9Fywt7fHmTNnMHfuXDRo0ACWlpbQ19eHra0tWrZsiU2bNmHbtm1v/TMDANOnT0e/fv1Qr1492Nvbw8DAACYmJqhZsyYGDBiAqKiofLufv+6zzz6Tbns5fvx4rvvl38bkyZNx8OBBtGnTBuXKlYOBgQEqVKiA4OBgnDp1SpaeK8W1Z88evHz5EsCrZ8o7OTlpuUVE7zZBFDnsIhERvdsSEhJQsWJFiKIIY2Nj3Lt3T5ZBy943YWFhmDRpEoBXI67nNQo/EQEDBw6UBsRctGgRBg8erOUWKSfnffvbtm1Dx44dtdwioncbr6ATEdE7KyIiAr/99ht69OghjaLctWtXFudEpKixY8eiTJkyAIAlS5bI8og2XRQbGys9fs/b2xuffvqplltE9O5jgU5ERO+spk2bom3bttKAV2XLlpVGqyYiUkqlSpWkW22uXbumMbBkaTZv3jxphP/p06fn+1g7Iio6dnEnIqJ3VvaHwbJly6JBgwaYMWMGPDw8tNyq0oNd3ImIiJTFAp2IiIiIiIhIB7CLOxEREREREZEOYIFOREREREREpANYoBMRERERERHpABboRERERERERDqABToRERERERGRDmCBTkRERERERKQDWKATERERERER6QAW6EREREREREQ6gAU6ERERERERkQ5ggU5ERERERESkA1igExEREREREekAFuhEREREREREOoAFOhEREREREZEOYIFOREREREREpANYoBMRERERERHpAH1tN4CotFOr1bh37x7Mzc0hCIK2m0NERERERG9BFEU8efIEDg4OUKlK9po3C3Qimd27dw+Ojo7abgYREREREZWg27dvo1KlSiW6ThboRDIzNzcHAMTHx8PS0lLLraHSShRFpKSkwNLSkj01SDbMGSmBOSMlMGf0NlJTU+Ho6Ch9zi9JLNCJZJb9S9/S0hIWFhZabg2VZjwBREpgzkgJzBkpgTmjtyXHyR0OEkekELVare0mUCmmVquRmJjInJGsmDNSAnNGSmDOSFexQCciKiXS09O13QR6DzBnpATmjJTAnJEuYoFOREREREREpANYoBMRERERERHpABboRArhCKEkJ0EQYGNjw5yRrJgzUgJzRkpgzkhXcRR3IoXwDwDJSRAEWR71QZQTc0ZKYM5ICcwZ6SpeQSdSCEcJJTmp1WrcvXuXOSNZMWekBOaMlMCcka5igU5EVEpkZGRouwn0HmDOSAnMGSmBOSNdxAKdiIiIiIiISAewQCciIiIiIiLSASzQiRTCQeJIToIgwM7OjjkjWTFnpATmjJTAnJGu4ijuRArhHwCSkyAIMDY21nYzqJRjzkgJzBkpgTkjXcUr6EQK4SihJCe1Wo1bt24xZyQr5oyUwJyREpgz0lUs0ImISglRFLXdBHoPMGekBOaMlMCckS5igU5ERERERESkA1igExEREREREekAFuhECuEgcSQnQRDg4ODAnJGsmDNSAnNGSmDOSFexQCdSCP8AkJwEQYC+vj5zRrJizkgJzBkpgTkjXcUCnUghHCWU5KRWqxEfH8+ckayYM1ICc0ZKYM5IV/E56EQKqTP5IERDU203g0opPUGEn62I0/f/RpbIqwEkD+aMlMCckRKYs3dP3Iw22m6CIngFnYiIiIiIiEgHsEAnIiIiIiIi0gHs4k6kkCxR4Bkxkk2WKOD0fbCbHsmKOSMlMGekBOaMdBXrBSLFiNpuAJVqIgxVr/4lkg9zRkpgzkgJzBnpJhboRArR4wlakpGeAHjbiMwZyYo5IyUwZ6QE5ox0FQt0IiIiIiIiIh3AAp2IiIiIiIhKvRkzZkAQBAwbNkx6TxCEPF+zZ8+W5hk+fDisra3h6OiIDRs2aKxz69atCAoKKrE2vtMFekBAgMbBLQmiKKJPnz6wtraGIAiIjo7Oc75du3ahevXq0NPTw7Bhw7B27VpYWVmVaFtKghzHKC8hISFo37697NshovypeRsdKYA5IyUwZ6QE5uz9cubMGfzwww/w9PTUeD8hIUHjtXr1agiCgI4dOwIA9uzZg40bN+LgwYOYNWsWQkNDkZycDABISUnBuHHjsHTp0hJrp6yjuIeEhODx48fYtWuXnJspUQcOHMDatWsRERGBqlWroly5cnnO17dvX/Ts2RNDhgyBubk59PX10bp1a4VbW7gdO3bAwMBAlnXfunULNWvWxP3797Fw4UKIou78louLi0OVKlVw/vx5eHt7a7s5ADiKO8krSxRw6j5vpCN5MWekBOaMlMCcvV/S0tLQtWtXrFixAlOnTtWYZm9vr/H1r7/+iqZNm6Jq1aoAgJiYGAQEBMDHxwc+Pj4YNmwY4uLiAAATJkxA//794eTkVGJtZb3wmtjYWFSoUAENGzaEvb099PVzn8NIS0tDUlISAgMD4eDgAHNzcxgbG6N8+fJaaHHBrK2tYW5uLsu6s8NrZmYGS0tLnexBUBIyMjJKZD0CRwklGQkQYWkoMmckK+aMlMCckRKYs/fLwIED0aZNG7Ro0aLA+RITE/Hbb7+hd+/e0nteXl44e/YsHj16hKioKKSnp0vF+4ULFzBkyJASbatWC/R58+bBw8MDpqamcHR0xIABA5CWlqYxT2RkJAICAmBiYoKyZcsiMDAQjx49ynN9v/32GywtLXPdF5DTH3/8AT8/PxgZGaFChQr4+uuvkZmZCeDVFf/BgwcjPj4egiDA2dk51/IRERFSwdusWTMIgoCIiIhcXdzDwsLg7e2Nn376Cc7OzrC0tESnTp3w5MkTaZ4DBw6gUaNGsLKygo2NDdq2bYvY2FhpelxcHARBwI4dO9C0aVOYmJjAy8sLf/31V5GP0etd3J2dnfHdd9+hV69eMDc3h5OTE3788UeN9Z04cQLe3t4oU6YMfHx8sGvXrjy7+//666/45JNPpGOXs4t7QEAAhgwZgtGjR8Pa2hr29vYICwuTpnfp0gWff/65xvoyMjJQrlw5rF+/HgCgVqsxffp0VKlSBcbGxvDy8sK2bduk+R89eoSuXbvC1tYWxsbGqFGjBtasWQMAqFKlCgCgTp06EAQBAQEB0jonT56MSpUqwcjICN7e3jhw4ECuY75582Y0adIEZcqUwYYNG3Dr1i0EBQWhbNmyMDU1Ra1atbBv3z4Uh4onaUlGKgFwtxKZM5IVc0ZKYM5ICczZ+2PTpk04d+4cpk+fXui869atg7m5OT799FPpvcDAQHzxxRfw9fVFSEgI1q1bB1NTUwDA/PnzsWzZMri6usLf3x+XL19+6/ZqtUBXqVRYtGgRLl++jHXr1uHo0aMYPXq0ND06OhrNmzeHu7s7/vrrLxw/fhxBQUHIysrKta6NGzeic+fO2LBhA7p27Zrn9u7evYvWrVvD19cXFy5cwLJly7Bq1Sqpm8PChQul4i0hIQFnzpzJtY6GDRvi6tWrAIDt27cjISEBDRs2zHN7sbGx2LVrF/bu3Yu9e/fijz/+wIwZM6TpT58+xfDhw3H27FkcOXIEKpUKHTp0gFqt1ljPuHHjMHLkSERHR8PFxQWdO3eWTioU5xhlmzt3Lnx8fHD+/HkMGDAA/fv3l/YpNTUVQUFB8PDwwLlz5zBlyhSMGTMm1zoeP36M48ePSwV6XrLDe+rUKcyaNQuTJ0/GoUOHAABdu3bFnj17NE7I/P7773j27Bk6dOgAAJg+fTrWr1+P5cuX4/Lly/jqq6/wxRdf4I8//gAAjB8/Hv/88w/279+PmJgYLFu2TLol4fTp0wCAw4cPIyEhATt27ADw6ns8d+5czJkzBxcvXkRgYCA++eQTXL9+XaPtX3/9NYYOHYqYmBgEBgZi4MCBePHiBY4dO4ZLly5h5syZMDMzy3O/X7x4gdTUVI0XEREREREp6/bt2xg6dCg2bNiAMmXKFDr/6tWr0bVr11zzhoWF4caNG7h06RI6dOiAefPmAQAMDAwwdepUHD9+HKGhoejevftbt1nWe9AL8/qV3alTp6Jfv374/vvvAQCzZs2Cj4+P9DUA1KpVK9d6li5dinHjxmHPnj1o0qRJvtv7/vvv4ejoiCVLlkAQBNSsWRP37t3DmDFjMGHCBFhaWsLc3Bx6enq57kXIZmhoKHVlz74ynB+1Wo21a9dKV9y7deuGI0eOYNq0aQAgDTyQbfXq1bC1tcU///yD2rVrS++PHDkSbdq0AQBMmjQJtWrVwo0bN1CzZs0iH6OcWrdujQEDBgAAxowZg/nz5yM8PByurq7YuHEjBEHAihUrUKZMGbi7u+Pu3bv48ssvNdaxb98+eHp6wsHBId/teHp6YuLEiQCAGjVqYMmSJThy5Ag++ugjBAYGwtTUFDt37kS3bt0AvDrJ8sknn8Dc3BwvXrzAd999h8OHD6NBgwYAgKpVq+L48eP44Ycf0KRJE8THx6NOnTrw8fEBAI0eD7a2tgAAGxsbje/RnDlzMGbMGHTq1AkAMHPmTISHh2PBggUagzsMGzZM48xZfHw8OnbsCA8PD6kt+Zk+fTomTZqU73QiIiIiIpJfVFQUkpKSULduXem9rKwsHDt2DEuWLMGLFy+gp6cHAPjzzz9x9epVbN68ucB1XrlyRZrn+PHjaNy4MWxtbREcHIxevXrhyZMnb3WLsVavoB8+fBjNmzdHxYoVYW5ujm7duiE5ORnPnj0D8H9Xhwuybds2fPXVVzh06FCBxTnw6gb/Bg0aQBD+ry+Lv78/0tLScOfOnbffodc4OztrfHMqVKiApKQk6evr16+jc+fOqFq1KiwsLKQCMz4+XmM9OUcarFChAgBI6ynKMXpdzvUJggB7e3tpfVevXoWnp6fGWSM/P79c68jZvb0o28lue/Z29PX1ERwcLN2O8PTpU/z6669S74cbN27g2bNn+Oijj2BmZia91q9fL90G0L9/f2zatAne3t4YPXo0Tpw4UWB7UlNTce/ePfj7+2u87+/vj5iYGI33sov+bEOGDMHUqVPh7++PiRMn4uLFi/luZ+zYsUhJSZFet2/fBgDe4USyEgGkZzJnJC/mjJTAnJESmLP3Q/PmzXHp0iVER0dLLx8fH3Tt2hXR0dFScQ4Aq1atQr169eDl5ZXv+kRRRN++ffHdd98BeFXsZ49Xlf1vQT2Zi0JrBXpcXBzatm0LT09PbN++HVFRUdIVzJcvXwIAjI2NC11PnTp1YGtri9WrV+vUKOIAco2eLgiCRvf1oKAgPHz4ECtWrMCpU6dw6tQpAP+3/3mtJ/vkQvZ6inKMituuwrx8+RIHDhwotEAvbDtdu3bFkSNHkJSUhF27dsHY2BgtW7YEAKnr+2+//abxA/XPP/9I96G3atUKt27dwldffYV79+6hefPmGDlyZJH3oyDZ95VkCw0Nxb///otu3brh0qVL8PHxweLFi/Nc1sjICBYWFhovAFCLvMmJ5KMWBUQ/VDFnJCvmjJTAnJESmLP3g7m5OWrXrq3xMjU1hY2NjUaP5dTUVGzduhWhoaEFrm/lypWwtbVFq1atAAD169fH0aNHcfLkScyfPx/u7u5vPXC21gr0qKgoqNVqzJ07F/Xr14eLiwvu3bunMY+npyeOHDlS4HqqVauG8PBw/Prrrxg8eHCB87q5ueGvv/7SKOQjIyNhbm6OSpUqvfnOvIHk5GRcvXoV3377LZo3bw43N7d8B78rSFGOUXG4urri0qVLePHihfTe6/fiR0REoGzZsgWeXSqKhg0bwtHREZs3b8aGDRvw2WefSUW9u7s7jIyMEB8fj+rVq2u8HB0dpXXY2tqiR48e+Pnnn7FgwQJpwDtDQ0MAmmewLCws4ODggMjISI12REZGwt3dvdD2Ojo6ol+/ftixYwdGjBiBFStWFGt/OUooyUmAiPJlOBotyYs5IyUwZ6QE5oxy2rRpE0RRROfOnfOdJzExEdOmTcOiRYuk9+rVq4cRI0agTZs22LJlizRg9duQ/R70lJSUXKN/29jYoHr16sjIyMDixYsRFBSEyMhILF++XGO+sWPHwsPDAwMGDEC/fv1gaGiI8PBwfPbZZxrPJ3dxcUF4eDgCAgKgr6+PBQsW5NmWAQMGYMGCBRg8eDAGDRqEq1evYuLEiRg+fDhUKmXPVZQtWxY2Njb48ccfUaFCBcTHx+Prr78u9nqKeoyKqkuXLhg3bhz69OmDr7/+GvHx8ZgzZw6A/7t6v3v37kKvnhdne8uXL8e1a9cQHh4uvW9ubo6RI0fiq6++glqtRqNGjZCSkoLIyEhYWFigR48emDBhAurVq4datWrhxYsX2Lt3L9zc3AAA5cuXh7GxMQ4cOIBKlSqhTJkysLS0xKhRozBx4kRUq1YN3t7eWLNmDaKjowsc+R94dU96q1at4OLigkePHiE8PFzaVlGpBHajIvmoBKCahYjkFwKyGDSSCXNGSmDOSAnM2fsrIiIi13t9+vRBnz59ClzOzs5Oev55zkGgJ0yYgAkTJpRY+2SvSiMiIlCnTh2N16RJk+Dl5YV58+Zh5syZqF27NjZs2JBr6HsXFxccPHgQFy5cgJ+fHxo0aIBff/01z2eTu7q64ujRo/jll18wYsSIPNtSsWJF7Nu3D6dPn4aXlxf69euH3r1749tvv5Vl3wuiUqmwadMmREVFoXbt2vjqq68we/bsYq+nOMeoKCwsLLBnzx5ER0fD29sb48aNkwKXfV96SRboXbt2xT///IOKFSvmujd8ypQpGD9+PKZPnw43Nze0bNkSv/32m/QINUNDQ4wdOxaenp5o3Lgx9PT0sGnTJgCv7nFftGgRfvjhBzg4OKBdu3YAXt1LPnz4cIwYMQIeHh44cOAAdu/ejRo1ahTYzqysLAwcOFBqh4uLi8bAfERERERERG9LEHXtxm3SORs2bEDPnj2RkpKCmJgYNGvWDPfv3891jznlLTU1FZaWlnD+ajNEQ9PCFyB6A3qCCD9bEafvC8ji/XQkE+aMlMCckRKYs3dP3Iw22m6CJPvzfUpKijTeVEnR6mPWSDetX78eVatWRcWKFXHhwgWMGTMGwcHBMDY2RmZmJhYvXszi/A3wVBjJSRSBlJfMGcmLOSMlMGekBOaMdBULdMrlv//+w4QJE/Dff/+hQoUK+Oyzz6Rnt/v5+eX52DUqnBqCdp9rSKWaGgL+ecwrACQv5oyUwJyREpgz0lUs0CmX0aNHY/To0dpuRqnDUUJJTgJEVDQF7j4FRPADB8mDOSMlMGekBOaMdBUv6BEpRMXf/SQjlQA4morMGcmKOSMlMGekBOaMdBULdCIiIiIiIiIdwAKdiIiIiIiISAewQCdSCEcJJTmJIpCULjBnJCvmjJTAnJESmDPSVRwkjkghFye1LPHnJBIRERERUenBK+hEClGr1dpuApViarUaDx48YM5IVswZKYE5IyUwZ6SrWKATEZUSaWlp2m4CvQeYM1ICc0ZKYM5IF7FAJyIiIiIiItIBLNCJiIiIiIiIdAALdCKFCIKg7SZQKSYIAqysrJgzkhVzRkpgzkgJzBnpKo7iTqQQ/gEgOWV/0CCSE3NGSmDOSAnMGekqXkEnUghHCSU5qdVqJCYmMmckK+aMlMCckRKYM9JVLNCJiEqJ9PR0bTeB3gPMGSmBOSMlMGeki1igExEREREREekAFuhEREREREREOoAFOpFCOEgcyUkQBNjY2DBnJCvmjJTAnJESmDPSVRzFnUgh/ANAchIEAebm5tpuBpVyzBkpgTkjJTBnpKt4BZ1IIRwllOSkVqtx9+5d5oxkxZyREpgzUgJzRrqKBToRUSmRkZGh7SbQe4A5IyUwZ6QE5ox0EQt0IiIiIiIiIh3AAp2IiIiIiIhIB7BAJ1IIB4kjOQmCADs7O+aMZMWckRKYM1ICc0a6iqO4EynEI+wgVEYm2m4GEREREb3H4ma00XYTqAC8gk6kED1B1HYTqBTTE0R8YKtmzkhWzBkpgTkjJTBnpKtYoBMRlRIq9tIjBTBnpATmjJTAnJEuYoFOREREREREpANYoBMRERERERHpABboRArJ4i1OJKMsEYhOFpgzkhVzRkpgzkgJzBnpKhboRIrhjU4kJwEv1a/+JZIPc0ZKYM5ICcwZ6SYW6EQK4SihJCc9QYSfrcickayYM1ICc0ZKYM7ezowZMyAIAoYNG5bn9H79+kEQBCxYsEDj/eHDh8Pa2hqOjo7YsGGDxrStW7ciKChIpha/O1igvyPCwsLg7e2t7WYo7r///sNHH30EU1NTWFlZKb79iIgICIKAx48fK75tIiIiIiJdc+bMGfzwww/w9PTMc/rOnTtx8uRJODg4aLy/Z88ebNy4EQcPHsSsWbMQGhqKBw8eAABSUlIwbtw4LF26VPb26zoW6AUICQmBIAgQBAEGBgaoUqUKRo8ejefPnyvelpEjR+LIkSOKb/dNrF27tsSK6fnz5yMhIQHR0dG4du1aiayTiIiIiIiKLy0tDV27dsWKFStQtmzZXNPv3r2LwYMHY8OGDTAwMNCYFhMTg4CAAPj4+KBz586wsLDAzZs3AQCjR49G//794eTkpMh+6DIW6IVo2bIlEhIS8O+//2L+/Pn44YcfMHHiRMXbYWZmBhsbG8W3q22xsbGoV68eatSogfLly2u7OURERERE762BAweiTZs2aNGiRa5parUa3bp1w6hRo1CrVq1c0728vHD27Fk8evQIUVFRSE9PR/Xq1XH8+HGcO3cOQ4YMUWIXdB4L9EIYGRnB3t4ejo6OaN++PVq0aIFDhw5J052dnXPdW+Ht7Y2wsDDpa0EQsHLlSnTo0AEmJiaoUaMGdu/eLU3P7kZ95MgR+Pj4wMTEBA0bNsTVq1eleV7v4h4SEoL27dtjzpw5qFChAmxsbDBw4EBkZGRI8yQkJKBNmzYwNjZGlSpVsHHjxjzbm5NarcbkyZNRqVIlGBkZwdvbGwcOHMjV1pxdvqOjoyEIAuLi4hAREYGePXsiJSVF6n2Q81i8btmyZahWrRoMDQ3h6uqKn376SePYbt++HevXr4cgCAgJCcl3PatXr0atWrVgZGSEChUqYNCgQdK0efPmwcPDA6ampnB0dMSAAQOQlpYmTb916xaCgoJQtmxZmJqaolatWti3b5/G+qOiovL93hRVlshBSEg+WaKA0/cF5oxkxZyREpgzUgJzVnybNm3CuXPnMH369Dynz5w5E/r6+vkW2oGBgfjiiy/g6+uLkJAQrFu3Dqampujfvz+WL1+OZcuWwdXVFf7+/rh8+bKcu6LTWKAXw99//40TJ07A0NCw2MtOmjQJwcHBuHjxIlq3bo2uXbvi4cOHGvOMGzcOc+fOxdmzZ6Gvr49evXoVuM7w8HDExsYiPDwc69atw9q1a7F27Vppevfu3XHv3j1ERERg+/bt+PHHH5GUlFTgOhcuXIi5c+dizpw5uHjxIgIDA/HJJ5/g+vXrRdrPhg0bYsGCBbCwsEBCQgISEhIwcuTIPOfduXMnhg4dihEjRuDvv/9G37590bNnT4SHhwN4dX9Ly5YtERwcjISEBCxcuDDP9SxbtgwDBw5Enz59cOnSJezevRvVq1eXpqtUKixatAiXL1/GunXrcPToUYwePVqaPnDgQLx48QLHjh3DpUuXMHPmTJiZmWlsozjfmxcvXiA1NVXj9QoHISE5iTBUvfqXSD7MGSmBOSMlMGfFcfv2bQwdOhQbNmxAmTJlck2PiorCwoULsXbtWghC/ic9wsLCcOPGDVy6dAkdOnTA9OnT0aJFCxgYGGDq1Kk4fvw4QkND0b17dzl3R6exQC/E3r17YWZmhjJlysDDwwNJSUkYNWpUsdcTEhKCzp07o3r16vjuu++QlpaG06dPa8wzbdo0NGnSBO7u7vj6669x4sSJAu93L1u2LJYsWYKaNWuibdu2aNOmjXSf+pUrV3D48GGsWLECH3zwAerWrYuVK1ciPT29wHbOmTMHY8aMQadOneDq6oqZM2fC29u7wKvuORkaGsLS0hKCIMDe3h729va5it2c2woJCcGAAQPg4uKC4cOH49NPP8WcOXMAALa2tjAyMoKxsTHs7e1haWmZ53qmTp2KESNGYOjQoXBxcYGvr6/GiJLDhg1D06ZN4ezsjGbNmmHq1KnYsmWLND0+Ph7+/v7w8PBA1apV0bZtWzRu3FhjG8X53kyfPh2WlpbSy9HREQCgxxO0JCM9AfC2EZkzkhVzRkpgzkgJzFnxREVFISkpCXXr1oW+vj709fXxxx9/YNGiRdDX10dERASSkpLg5OQkTb916xZGjBgBZ2fnPNd55coV/Pzzz5gyZQoiIiLQuHFj2NraIjg4GOfOncOTJ0+U3Ukdoa/tBui6pk2bYtmyZXj69Cnmz58PfX19dOzYsdjryTnKoampKSwsLHJdzc45T4UKFQBACnpeatWqBT09PY1lLl26BAC4evUq9PX1UbduXWl69erV8xzMIVtqairu3bsHf39/jff9/f1x4cKFwnax2GJiYtCnT59c28rvSnlekpKScO/ePTRv3jzfeQ4fPozp06fjypUrSE1NRWZmJp4/f45nz57BxMQEQ4YMQf/+/XHw4EG0aNECHTt2zDUqZXG+N2PHjsXw4cOlr1NTU6UinYiIiIjoXdO8eXOpzsjWs2dP1KxZE2PGjEGFChUQGBioMT0wMBDdunVDz549c61PFEX07dsX8+bNg5mZGbKysqRbdbP/zcrKkmlvdBuvoBfC1NQU1atXh5eXF1avXo1Tp05h1apV0nSVSgVR1Owak/M+8Gyvj2IoCALUanW+82R3DXl9nuKus6SpVK8ik3Of89pfpRgbGxc4PS4uDm3btoWnpye2b9+OqKgo6fENL1++BACEhobi33//Rbdu3XDp0iX4+Phg8eLFGuspzvfGyMgIFhYWGi8iIiIioneVubk5ateurfEyNTWFjY0NateuLf2b82VgYAB7e3u4urrmWt/KlStha2srPffc398fR48excmTJzF//ny4u7tr5RHLuoAFejGoVCp88803+Pbbb6Wu4ra2tkhISJDmSU1NlR4XoE2urq7IzMzE+fPnpfdu3LiBR48e5buMhYUFHBwcEBkZqfF+ZGQk3N3dAbzaXwAa+xwdHa0xv6GhYZHOeLm5uRW4raIwNzeHs7Nzvo+gi4qKglqtxty5c1G/fn24uLjg3r17ueZzdHREv379sGPHDowYMQIrVqwochuIdIWat9GRApgzUgJzRkpgzrQjMTER06ZNw6JFi6T3/Pz8MGLECLRp0wZbtmzBmjVrtNhC7WIX92L67LPPMGrUKCxduhQjR45Es2bNsHbtWgQFBcHKygoTJkzQ6HauLTVr1kSLFi3Qp08fLFu2DAYGBhgxYgSMjY0LHLhh1KhRmDhxIqpVqwZvb2+sWbMG0dHR2LBhA4BX3eQdHR0RFhaGadOm4dq1a5g7d67GOpydnZGWloYjR47Ay8sLJiYmMDExyXNbwcHBqFOnDlq0aIE9e/Zgx44dOHz4cLH2NSwsDP369UP58uXRqlUrPHnyBJGRkRg8eDCqV6+OjIwMLF68GEFBQYiMjMTy5cs1lh82bBhatWoFFxcXPHr0COHh4XBzcytWG4oiSxR4RoxkkyUKOHWfN9KRvJgzUgJzRkpgzt5eREREgdPj4uLyfN/Ozi7PaRMmTMCECRPevmHvONYLxaSvr49BgwZh1qxZePr0KcaOHYsmTZpIg7S1b98e1apV03YzAQDr16+HnZ0dGjdujA4dOuDLL7+Eubl5niMvZhsyZAiGDx+OESNGwMPDAwcOHMDu3btRo0YNAK+6ev/yyy+4cuUKPD09MXPmTEydOlVjHQ0bNkS/fv3w+eefw9bWFrNmzcpzW+3bt8fChQsxZ84c1KpVCz/88APWrFmDgICAYu1njx49sGDBAnz//feoVasW2rZtK4067+XlhXnz5mHmzJmoXbs2NmzYkOvREFlZWRg4cCDc3NzQsmVLuLi44Pvvvy9WG4pC4CihJCMBIiwNReaMZMWckRKYM1ICc0a6ShBfv4GaSq07d+7A0dERhw8fLnBQNSpZqampsLS0hPNXmyEammq7OVRK6Qki/GxFPtOVZMWckRKYM1LC+5yzuBlttN2Ed1725/uUlJQSH2+KXdxLsaNHjyItLQ0eHh5ISEjA6NGj4ezsnOsRYkRERERERKR9LNBLsYyMDHzzzTf4999/YW5ujoYNG2LDhg25Rn8nIiIiIiIi7WOBXooFBgbmeh4haQ/vJSE5iQDSM5kzkhdzRkpgzkgJzBnpKhboRApRcxR3kpFaFBD98P26h46Ux5yREpgzUgJzRrqK9QKRQjhKKMlJgIjyZTgaLcmLOSMlMGekBOaMdBULdCKFqHiSlmSkEoBqFiJzRrJizkgJzBkpgTkjXcUCnYiIiIiIiEgH8B50IoWcn/AxrKystN0MKqXUajXi4+Ph5OQElYrnXkkezBkpgTkjJTBnpKuYRiKiUsLY2FjbTaD3AHNGSmDOSAnMGekiXkEnUgjPzpKcVCoV7OzstN0MKuWYM1ICc0ZKYM5IV7FiIFKIKHKUUJKPKIp4/Pgxc0ayYs5ICcwZKYE5I13FAp1IIfwDQHLiBw1SAnNGSmDOSAnMGekqFuhEREREREREOoAFOhEREREREZEOYIFORFRKmJmZabsJ9B5gzkgJzBkpgTkjXcRR3IkUwlHcSU4qlQrlypXTdjOolGPOSAnMGSmBOSNdxYqBSCFqtVrbTaBSTK1W48GDB8wZyYo5IyUwZ6QE5ox0FQt0IqJSIi0tTdtNoPcAc0ZKYM5ICcwZ6SIW6EREREREREQ6gAU6ERERERERkQ5ggU6kEEEQtN0EKsUEQYCVlRVzRrJizkgJzBkpgTkjXcVR3IkUwj8AJKfsDxpEcmLOSAnMGSmBOSNdxSvoRArhKKEkJ7VajcTEROaMZMWckRKYM1ICc0a6igU6EVEpkZ6eru0m0HuAOSMlMGekBOaMdBELdCIiIiIiIiIdwHvQiRRy9uxZmJmZabsZVEqJooj09HQkJCRwvAOSDXNGSniXc1a/fn1tN4GI3nG8gk5EVEoYGhpquwn0HmDOSAnMGclNEATY2Ni8cyeBqPTjFXQihfAPAMlJEATo6/NXOsmLOSMlMGekBEEQYG5uru1mEOXCK+hEChFFUdtNoFJMFEU8f/6cOSNZMWekBOaMlKBWq3H37l2O4k46hwU6EVEpwQ8ZpATmjJTAnJESMjIytN0EolxYoBMRERERERHpABboRERERERERDqABToRUSlhZGSk7SbQe4A5IyUwZyQ3QRBgZ2fHQXxJ57BAL+WcnZ2xYMEC2bcjCAJ27dr1RsvGxcVBEARER0eXaJt0Df8AkJwEQYCenh5zRrJizkgJ72POli1bBk9PT1hYWMDCwgINGjTA/v37pelhYWGoWbMmTE1NUbZsWbRo0QKnTp3SWMfw4cNhbW0NR0dHbNiwQWPa1q1bERQUpMi+vCsEQYCxsfF7lTN6N5RYgf7ff/9h8ODBqFq1KoyMjODo6IigoCAcOXJEY74TJ06gdevWKFu2LMqUKQMPDw/MmzcPWVlZAIDt27dDT08Pd+/ezXM7NWrUwPDhwwEAAQEBGDZsmDQtICAAgiBAEAQYGRmhYsWKCAoKwo4dO4q0D0OGDEG9evVgZGQEb2/vPOfZsmULvL29YWJigsqVK2P27NlFWndpl5CQgFatWr3Rso6OjkhISEDt2rVLuFUlLyQkBO3bt3+jZTkaLclJFEWkp6czZyQr5oyU8D7mrFKlSpgxYwaioqJw9uxZNGvWDO3atcPly5cBAC4uLliyZAkuXbqE48ePw9nZGR9//DHu378PANizZw82btyIgwcPYtasWQgNDcWDBw8AACkpKRg3bhyWLl2qtf3TRWq1Grdu3eKAhKRzSqRAj4uLQ7169XD06FHMnj0bly5dwoEDB9C0aVMMHDhQmm/nzp1o0qQJKlWqhPDwcFy5cgVDhw7F1KlT0alTJ4iiiE8++QQ2NjZYt25dru0cO3YMN27cQO/evfNty5dffomEhATExsZi+/btcHd3R6dOndCnT58i7UuvXr3w+eef5zlt//796Nq1K/r164e///4b33//PebPn48lS5YUad2lmb29/Rt3R9PT04O9vT2feUr0lt6nD7OkPcwZKeF9y1lQUBBat26NGjVqwMXFBdOmTYOZmRlOnjwJAOjSpQtatGiBqlWrolatWpg3bx5SU1Nx8eJFAEBMTAwCAgLg4+ODzp07w8LCAjdv3gQAjB49Gv3794eTk5PW9k9XvW85o3dDiRToAwYMgCAIOH36NDp27AgXFxfUqlULw4cPl36xPH36FF9++SU++eQT/Pjjj/D29oazszNCQ0Oxbt06bNu2DVu2bIGBgQG6deuGtWvX5trO6tWr8cEHH6BWrVr5tsXExAT29vaoVKkS6tevj5kzZ+KHH37AihUrcPjw4QL3Y9GiRRg4cCCqVq2a5/SffvoJ7du3R79+/VC1alW0adMGY8eOxcyZM/P9Ac/uvr1p0yY0bNgQZcqUQe3atfHHH39I82RlZaF3796oUqUKjI2N4erqioULF2qsJ/vK7Zw5c1ChQgXY2Nhg4MCBGo+HSEpKQlBQEIyNjVGlSpVc3ZsA4PHjxwgNDYWtrS0sLCzQrFkzXLhwQZoeFhYGb29vrF69Gk5OTjAzM8OAAQOQlZWFWbNmwd7eHuXLl8e0adM01vt6F/c7d+6gc+fOsLa2hqmpKXx8fHJ1xXr9GGV3cY+IiIAgCPj9999Rp04dGBsbo1mzZkhKSsL+/fvh5uYGCwsLdOnSBc+ePZPWExAQgEGDBmHQoEGwtLREuXLlMH78eI3vzU8//QQfHx+Ym5vD3t4eXbp0QVJSkkZ7Ll++jLZt28LCwgLm5ub48MMPERsbi7CwMKxbtw6//vqr1FMjIiIiz30iIiIiehNZWVnYtGkTnj59igYNGuSa/vLlS/z444+wtLSEl5cXAMDLywtnz57Fo0ePEBUVhfT0dFSvXh3Hjx/HuXPnMGTIEKV3g4je0FsX6A8fPsSBAwcwcOBAmJqa5ppuZWUFADh48CCSk5MxcuTIXPMEBQXBxcUFv/zyCwCgd+/euH79Oo4dOybNk5aWhm3bthV49Tw/PXr0QNmyZYvc1T0/L168QJkyZTTeMzY2xp07d3Dr1q0Clx01ahRGjBiB8+fPo0GDBggKCkJycjKAV11sKlWqhK1bt+Kff/7BhAkT8M0332DLli0a6wgPD0dsbCzCw8Oxbt06rF27VuNERkhICG7fvo3w8HBs27YN33//fa7i87PPPpMK3aioKNStWxfNmzfHw4cPpXliY2Oxf/9+HDhwAL/88gtWrVqFNm3a4M6dO/jjjz8wc+ZMfPvtt/kW3GlpaWjSpAnu3r2L3bt348KFCxg9enSxuxCFhYVhyZIlOHHiBG7fvo3g4GAsWLAAGzduxG+//YaDBw9i8eLFGsusW7cO+vr6OH36NBYuXIh58+Zh5cqV0vSMjAxMmTIFFy5cwK5duxAXF4eQkBBp+t27d9G4cWMYGRnh6NGjiIqKQq9evZCZmYmRI0ciODgYLVu2REJCAhISEtCwYcNi7RMRERFRXi5dugQzMzMYGRmhX79+2LlzJ9zd3aXpe/fuhZmZGcqUKYP58+fj0KFDKFeuHAAgMDAQX3zxBXx9fRESEoJ169bB1NQU/fv3x/Lly7Fs2TK4urrC399f6jZPRLrprfsU37hxA6IoombNmgXOd+3aNQCAm5tbntNr1qwpzePu7o769etj9erVaNy4MYBX936LoohOnToVu40qlQouLi6Ii4sr9rI5BQYG4quvvkJISAiaNm2KGzduYO7cuQBe3YPt7Oyc77KDBg1Cx44dAbwaCOTAgQNYtWoVRo8eDQMDA0yaNEmat0qVKvjrr7+wZcsWBAcHS++XLVsWS5YsgZ6eHmrWrIk2bdrgyJEj+PLLL3Ht2jXs378fp0+fhq+vLwBg1apVGsf7+PHjOH36NJKSkqTu6HPmzMGuXbuwbds26TYAtVqN1atXw9zcHO7u7mjatCmuXr2Kffv2QaVSwdXVFTNnzkR4eDg++OCDXPu6ceNG3L9/H2fOnIG1tTUAoHr16sU+3lOnToW/vz+AVydtxo4di9jYWKmHw//+9z+Eh4djzJgx0jKOjo6YP38+BEGAq6srLl26hPnz5+PLL78E8OoWhmxVq1bFokWL4Ovri7S0NJiZmWHp0qWwtLTEpk2bYGBgAODVfV/ZjI2N8eLFC9jb2+fb7hcvXuDFixfS16mpqcXed6I38foJRCI5MGekhPcxZ66uroiOjkZKSgq2bduGHj164I8//pCK9KZNmyI6OhoPHjzAihUrEBwcjFOnTqF8+fIAXl3YCAsLk9Y3adIktGjRAgYGBpg6dSouXbqEvXv3onv37oiKitLGLuoUQRDg4ODAQeJI57z1FfTi3rtR1Pl79eqFbdu24cmTJwBedW//7LPPYG5uXuw2Zm83+wewVatWMDMzg5mZWYHd5V/35ZdfYtCgQWjbti0MDQ1Rv3596YSBSlXwoczZRUlfXx8+Pj6IiYmR3lu6dCnq1asHW1tbmJmZ4ccff0R8fLzGOmrVqgU9PT3p6woVKkhXyGNiYqCvr4969epJ02vWrCn1YACACxcuIC0tDTY2NtL+m5mZ4ebNm4iNjZXmc3Z21jjOdnZ2cHd319hHOzu7XFfns0VHR6NOnTpScf6mPD09NbZnYmKicftBXm2oX7++xi/aBg0a4Pr169IghFFRUQgKCoKTkxPMzc3RpEkTAJCOdXR0ND788EOpOH8T06dPh6WlpfRydHQEwFHcSV7Zt10wZyQn5oyU8L7mzNDQENWrV0e9evUwffp0eHl5adzyaGpqiurVq6N+/fpYtWoV9PX1sWrVqjzXdeXKFfz888+YMmUKIiIi0LhxY9ja2iI4OBjnzp2TPl+/zwRBgL6+/nuXM9J9b12g16hRA4Ig4MqVKwXOl30VMmdRmlNMTIzGlcrswnfLli24fv06IiMj36h7O/DqXp7r16+jSpUqAICVK1ciOjoa0dHR2LdvX5HXIwgCZs6cibS0NNy6dQv//fcf/Pz8ACDf+9aLYtOmTRg5ciR69+6NgwcPIjo6Gj179sTLly815nu9aBQEoVjdxtPS0lChQgVp37NfV69exahRowrcTnG2bWxsXOQ2FSTnNovbhrw8ffoUgYGBsLCwwIYNG3DmzBns3LkTAKRjXRJtHzt2LFJSUqTX7du3AXAgEpLX+zjqMSmPOSMlMGevqNVqjR55RZ0uiiL69u2LefPmwczMDFlZWdKYRdn/Zl+4eJ+p1WrEx8dzFHfSOW/dxd3a2hqBgYFYunQphgwZkus+9MePH8PKygoff/wxrK2tMXfu3Fz37e7evRvXr1/HlClTpPfMzc3x2WefYfXq1YiNjYWLiws+/PDDN2rjunXr8OjRI6mLecWKFd9oPdn09PSkdfzyyy9o0KABbG1tC1zm5MmTUnf9zMxMREVFYdCgQQCAyMhINGzYEAMGDJDmz3lFuyhq1qwprTe7i/vVq1fx+PFjaZ66deviv//+g76+foHd8d+Wp6cnVq5ciYcPH771VfTiev2++JMnT6JGjRrQ09PDlStXkJycjBkzZkhXtc+ePasxv6enJ9atW4eMjIw8r6IbGhoW+kfNyMjojUe0JyIiovfP2LFj0apVKzg5OeHJkyfYuHEjIiIi8Pvvv+Pp06eYNm0aPvnkE1SoUAEPHjzA0qVLcffuXXz22We51rVy5UrY2tpKzz339/dHWFgYTp48if3798Pd3V2jhyUR6ZYSGcV96dKlyMrKgp+fH7Zv347r168jJiYGixYtkrp2m5qa4ocffsCvv/6KPn364OLFi4iLi8OqVasQEhKC//3vfxr3WwOv7js+ceIEli9frnHvcEGePXuG//77D3fu3MHJkycxZswY9OvXD/3790fTpk0LXPbGjRuIjo7Gf//9h/T0dOkKc/bV1QcPHmD58uW4cuUKoqOjMXToUGzduhULFiwo0jHauXMnrly5goEDB+LRo0fSPtWoUQNnz57F77//jmvXrmH8+PE4c+ZMkfY3m6urK1q2bIm+ffvi1KlTiIqKQmhoqMYV4RYtWqBBgwZo3749Dh48iLi4OJw4cQLjxo3LVai+jc6dO8Pe3h7t27dHZGQk/v33X2zfvh1//fVXiW0jP/Hx8Rg+fDiuXr2KX375BYsXL8bQoUMBAE5OTjA0NMTixYvx77//Yvfu3RonhYBXYwWkpqaiU6dOOHv2LK5fv46ffvoJV69eBfCq+//Fixdx9epVPHjwQGMUfSIiIqI3kZSUhO7du8PV1RXNmzfHmTNn8Pvvv+Ojjz6SLjJkPykpe6DhP//8M9etmomJiZg2bRoWLVokvefn54cRI0agTZs22LJlC9asWaP07hFRMZTIg6erVq2Kc+fOYdq0aRgxYgQSEhJga2uLevXqYdmyZdJ82YN6TZs2DR9++CGeP3+OGjVqYNy4cRg2bFiue0AaNWoEV1dX3LhxA927dy9SW1asWIEVK1bA0NAQNjY2qFevHjZv3owOHToUumxoaKjG48/q1KkDALh586Z0xXndunUYOXIkRFFEgwYNEBERIXVzL8iMGTMwY8YMREdHo3r16ti9e7c08mbfvn1x/vx5fP755xAEAZ07d8aAAQOwf//+Iu1ztjVr1iA0NBRNmjSBnZ0dpk6divHjx0vTBUHAvn37MG7cOPTs2RP379+Hvb09GjduDDs7u2JtqyCGhoY4ePAgRowYgdatWyMzMxPu7u5YunRpiW0jP927d0d6ejr8/Pygp6eHoUOHSoPf2draYu3atfjmm2+waNEi1K1bF3PmzMEnn3wiLW9jY4OjR49i1KhRaNKkCfT09ODt7S0NVvfll18iIiICPj4+SEtLQ3h4OAICAmTfLyIiIiq98ruXHHg1YF5Rn0RkZ2eX56DIEyZMwIQJE960eUSkIEF832/wkVlcXByqVKmC8+fPw9vbW9vNKdUCAgLg7e1dpB4NSkpNTYWlpSUOHz6c56MIiUpKzsEwieTCnJES3tWc1a9fX9tNoGJQq9WFDvRMlJfsz/cpKSmwsLAo0XUzkUQK4bkwkpMoitKLSC7MGSmBOSMliKKIzMxM5ox0Dgt0IqJS4vnz59puAr0HmDNSAnNGchNFEffu3WOBTjqnRO5Bp/w5OzvzB18hERER2m4CERERERHRG+MVdCIiIiIiIiIdwAKdiKiUeBcHVKJ3D3NGSmDOSAnMGekidnEnUgj/CJCcBEGAsbGxtptBpRxzRkpgzkgJKpUKlStX1nYziHLhFXQihXAsApKTKIrIyspizkhWzBkpgTkjJYiiiPT0dOaMdA6voBMpxMfHB1ZWVtpuBpVSarUa8fHxcHJy4jNdSTbMGSmBOSMliKKIxMREODk5sZcj6RT+1iMiIiIiIiLSASzQiYiIiIiIiHQAC3QiolLCwMBA202g9wBzRkpgzkgJzBnpIkHkyAhEskpNTYWlpSVSUlJgYWGh7eYQEREREdFbkPPzPa+gEymE58JITqIo4smTJ8wZyYo5IyUwZ6QE5ox0FQt0IoXwDwDJSRRFJCcnM2ckK+aMlMCckRKYM9JVLNCJiIiIiIiIdAALdCIiIiIiIiIdwAKdiKiUMDY21nYT6D3AnJESmDNSAnNGukhf2w0gel+oVDwfRvJRqVSws7PTdjOolGPOSAnMGSmBOSNdxYqBSCEchITkJIoiHj9+zJyRrJgzUgJzRkpgzkhXsUAnUgj/AJCc+EGDlMCckRKYM1ICc0a6igU6ERERERERkQ5ggU5ERERERESkA1igExGVEmZmZtpuAr0HmDNSAnNGSmDOSBdxFHcihXAUd5KTSqVCuXLltN0MKuWYM1ICc0ZKYM5IV7FiIFKIWq3WdhOoFFOr1Xjw4AFzRrJizkgJzBkpgTkjXcUCnYiolEhLS9N2E+g9wJyREpgzUgJzRrqIXdyJFFJn8kGIhqbabgaVUnqCCD9bEafv/40sUdB2c0jHxc1oo+0mEBERUR54BZ2IiIiIiIhIB7BAJ1KIWtR2C6g0U4vA7acCc0ayEgQBVlZWEAT20iD5MGekBOaMdBW7uBMpRIQA/gkguYgQcOeptltBpV32B1oiOTFnpATmjHQVr6ATKUQFXtok+aggwt1KzZyRrNRqNRITEznqMcmKOSMlMGekq1igEymEPahIToIAWBoyZyS/9PR0bTeB3gPMGSmBOSNdxAKdiIiIiIiISAewQCciIqJCHTt2DJ988gk++OAD6OnpYdeuXRrTExMTERISAgcHB5iYmKBly5a4fv26xjzDhw+HtbU1HB0dsWHDBo1pW7duRVBQkNy7QUREpNNYoL+nIiIiIAgCHj9+/EbLr127tkQG1hAEQfqQFxcXB0EQEB0d/dbr1UUcXZvkpBaB2FSO4k7yefr0Kby8vDB//vxc00RRRPv27fHvv//i119/xfnz51G5cmW0aNECT5++Gr1wz5492LhxIw4ePIhZs2YhNDQUDx48AACkpKRg3LhxWLp0qaL7RLpJEATY2NhwdG2SFXNGuooFuhaEhISgffv22m4GKUzkGO4kIxECkp4LzBnJplWrVpg2bRq6dOmSa9r169dx8uRJLFu2DL6+vnB1dcWyZcuQnp6OX375BQAQExODgIAA+Pj4oHPnzrCwsMDNmzcBAKNHj0b//v3h5OSk6D6RbhIEAebm5iycSFbMGekqFuhEClEJvLRJ8lEJIryt1cwZyUqtVuPu3bu53n/x4gUAoEyZMtJ7KpUKRkZGOH78OADAy8sLZ8+exaNHjxAVFYX09HRUr14dx48fx7lz5zBkyBBldoJ0XnbOOLo2yYk5I13FAl0H/f3332jVqhXMzMxgZ2eHbt26Sd0AAeDJkyfo2rUrTE1NUaFCBcyfPx8BAQEYNmyYNM9PP/0EHx8fmJubw97eHl26dEFSUlKx2vH48WP07dsXdnZ2KFOmDGrXro29e/dqzPP777/Dzc0NZmZmaNmyJRISEqRpZ86cwUcffYRy5crB0tISTZo0wblz50r0WAQEBGDIkCEYPXo0rK2tYW9vj7CwMI11XLlyBY0aNUKZMmXg7u6Ow4cPa3StB4Dbt28jODgYVlZWsLa2Rrt27RAXFydNj4iIgJ+fH0xNTWFlZQV/f3/cunWrWPvC87MkJwGAsT5zRvLLyMjI9V7NmjXh5OSEsWPH4tGjR3j58iVmzpyJO3fuSH8XAgMD8cUXX8DX1xchISFYt24dTE1N0b9/fyxfvhzLli2Dq6sr/P39cfnyZaV3i3RMXjkjKmnMGekiFug65vHjx2jWrBnq1KmDs2fP4sCBA0hMTERwcLA0z/DhwxEZGYndu3fj0KFD+PPPP3MVvhkZGZgyZQouXLiAXbt2IS4uDiEhIUVuh1qtRqtWrRAZGYmff/4Z//zzD2bMmAE9PT1pnmfPnmHOnDn46aefcOzYMcTHx2PkyJHS9CdPnqBHjx44fvw4Tp48iRo1aqB169Z48uRJiR0LANKHvFOnTmHWrFmYPHkyDh06BADIyspC+/btYWJiglOnTuHHH3/EuHHjch2rwMBAmJub488//0RkZKR0wuHly5fIzMxE+/bt0aRJE1y8eBF//fUX+vTpk2+XqBcvXiA1NVXjRURUmhkYGGDHjh24du0arK2tYWJigvDwcLRq1Qoq1f991AgLC8ONGzdw6dIldOjQAdOnT0eLFi1gYGCAqVOn4vjx4wgNDUX37t21uDdERETao6/tBpCmJUuWoE6dOvjuu++k91avXg1HR0dcu3YNFSpUwLp167Bx40Y0b94cALBmzRo4ODhorKdXr17S/6tWrYpFixbB19cXaWlpMDMzK7Qdhw8fxunTpxETEwMXFxdpPTllZGRg+fLlqFatGgBg0KBBmDx5sjS9WbNmGvP/+OOPsLKywh9//IG2bdu+9bHIbpenpycmTpwIAKhRowaWLFmCI0eO4KOPPsKhQ4cQGxuLiIgI2NvbAwCmTZuGjz76SFrn5s2boVarsXLlSqnoXrNmDaysrBAREQEfHx+kpKSgbdu20r66ubnl2+7p06dj0qRJhe4fEVFpUq9ePURHRyMlJQUvX76Era0tPvjgA/j4+OQ5/5UrV/Dzzz/j/PnzWL16NRo3bgxbW1sEBwejV69eePLkCczNzRXeCyIiIu3iFXQdc+HCBYSHh8PMzEx61axZEwAQGxuLf//9FxkZGfDz85OWsbS0hKurq8Z6oqKiEBQUBCcnJ5ibm6NJkyYAgPj4+CK1Izo6GpUqVZKK4LyYmJhIBSsAVKhQQaMbfWJiIr788kvUqFEDlpaWsLCwQFpaWpHbUNixyObp6amxXM52XL16FY6OjlJxDkDj2GVv58aNGzA3N5e2Y21tjefPnyM2NhbW1tYICQlBYGAggoKCsHDhQo2u/K8bO3YsUlJSpNft27cBcBR3kpdaBP55zFHcSV6CIMDOzq7AeSwtLWFra4vr16/j7NmzaNeuXa55RFFE3759MW/ePJiZmSErK0vqapr9b1ZWVsnvAL0TsnPGwbtITswZ6SpeQdcxaWlpCAoKwsyZM3NNq1ChAm7cuFHoOp4+fYrAwEAEBgZiw4YNsLW1RXx8PAIDA/Hy5csitcPY2LjQeQwMDDS+FgQBovh/1UGPHj2QnJyMhQsXonLlyjAyMkKDBg2K3IbCjkVB7SjOgB9paWmoV69ermfyAoCtrS2AV1fUhwwZggMHDmDz5s349ttvcejQIdSvXz/XMkZGRjAyMsr1vgiB9weTbEQISCnajxbRG0lLS9P4G3Tz5k1ER0fD2toaTk5O2Lp1K2xtbeHk5IRLly5h6NChaN++PT7++ONc61q5ciVsbW2l5577+/sjLCwMJ0+exP79++Hu7l4ij/Kkd5MgCEX6HEL0Npgz0lUs0HVM3bp1sX37djg7O0NfP/e3p2rVqjAwMMCZM2ekx9GkpKTg2rVraNy4MYBX3QaTk5MxY8YMODo6AgDOnj1brHZ4enrizp07Gl3JiysyMhLff/89WrduDeDVQGw5B3grTGHHoihcXV1x+/ZtJCYmSld9zpw5k2s7mzdvRvny5WFhYZHvuurUqYM6depg7NixaNCgATZu3JhngZ4fPUEEL26SXPQEET7lRJx9ICBL5KkgKnlnz55F06ZNpa+HDx8O4NXJ2LVr1yIhIQHDhw9HYmIiKlSogO7du2P8+PG51pOYmIhp06bhxIkT0nt+fn4YMWIE2rRpg/Lly2PdunXy7xDpLLVajdu3b8PR0VFjDAOiksScka5iGrUkJSUF0dHRGq/bt29j4MCBePjwITp37owzZ84gNjYWv//+O3r27ImsrCyYm5ujR48eGDVqFMLDw3H58mX07t0bKpVK6qLj5OQEQ0NDLF68GP/++y92796NKVOmFKt9TZo0QePGjdGxY0ccOnQIN2/exP79+3HgwIEir6NGjRr46aefEBMTg1OnTqFr167FOlNZ2LEoio8++gjVqlVDjx49cPHiRURGRuLbb78FAOl4de3aFeXKlUO7du3w559/4ubNm4iIiMCQIUNw584d3Lx5E2PHjsVff/2FW7du4eDBg7h+/XqB96ETaYOKdTnJKCAgAFlZWbh58yaysrIgiiJEUcTatWsBAEOGDMHt27fx8uVL3Lp1C1OmTIGhoWGu9djZ2SEuLi7X2CkTJkxAcnIyYmJict2KRO+fnD3yiOTCnJEuYoGuJREREdIV2ezXpEmT4ODggMjISGRlZeHjjz+Gh4cHhg0bBisrK+ns3rx589CgQQO0bdsWLVq0gL+/P9zc3KTnz9ra2mLt2rXYunUr3N3dMWPGDMyZM6fYbdy+fTt8fX3RuXNnuLu7Y/To0cW6J3DVqlV49OgR6tati27dumHIkCEoX758kZcvyrEojJ6eHnbt2oW0tDT4+voiNDRUGsU9+3iZmJjg2LFjcHJywqeffgo3Nzf07t0bz58/h4WFBUxMTHDlyhV07NgRLi4u6NOnDwYOHIi+ffsWeV+IiIiIiIgKI4g8dfTOe/r0KSpWrIi5c+eid+/e2m6OzouMjESjRo1w48YNjUHu5JKamgpLS0s4f7UZoqGp7Nuj95OeIMLPVsTp++ziToWLm9HmjZZTq9WIj4+Hk5MTu4SSbJgzUgJzRm8j+/N9SkpKgbfIvgneg/4OOn/+PK5cuQI/Pz+kpKRIjzbLa6RcAnbu3AkzMzPUqFEDN27cwNChQ+Hv769IcZ5TlsguKySfLBGIThaQxVOuJCNBEODg4MBRj0lWzBkpgTkjXcUC/R01Z84cXL16FYaGhqhXrx7+/PNPlCtXTtvN0klPnjzBmDFjEB8fj3LlyqFFixaYO3euFlrCPwAkJwEv1SKYM5KTIAjQ19fnB1qSFXNGSmDOSFexizuRzNjFnZTALu5UHOziTrqMOSMlMGf0NuTs4s40EhEREREREekAFuhEREREREREOoAFOhEREREREZEOYIFOpBDeF0xyyhIF3n9OslOpVLxfk2THnJESmDPSVRzFnUghl8I+hqWlpbabQaWUKIrIyMiAgYEBR6Ql2YiiiMzMTOaMZMWckRKYM9JVPGVEpBA+MIHkJIoi7t27x5yRrJgzUgJzRkpgzkhXsUAnIiIiIiIi0gEs0ImIiIiIiIh0AAt0IqJSgvfQkRKYM1ICc0ZKYM5IFwkib7wgklVqaiosLS2RkpICCwsLbTeHiIiIiIjegpyf73kFnUghPBdGchJFEenp6cwZyYo5IyUwZ6QE5ox0FQt0IoXwDwDJSRRFJCYmMmckK+aMlMCckRKYM9JVLNCJiIiIiIiIdAALdCIiIiIiIiIdwAKdiKiUMDAw0HYT6D3AnJESmDNSAnNGuoijuBPJjKO4ExERERGVHhzFnagU4LkwkpMoinjy5AlzRrJizkgJzBkpgTkjXcUCnUgh/ANAchJFEcnJycwZyYo5IyUwZ6QE5ox0FQt0IiIiIiIiIh3AAp2IiIiIiIhIB7BAJyIqJYyNjbXdBHoPMGekBOaMlMCckS7S13YDiN4XKhXPh5F8VCoV7OzstN0MKuWYM1ICc0ZKYM5IV7FAJ1LI6dOnYWZmpu1mUCkliiIyMzOhr68PQRC03Zz3Qv369bXdBMWJooiUlBRYWloyZyQb5oyUwJyRruIlPSKiUiIjI0PbTaBSThRFPH78mKMek6yYM1ICc0a6igU6ERERERERkQ5ggU5ERERERESkA1igExGVEvr6HFaE5MexNEgJzBkpgTkjXcRPc0QK4QAkJCdBEGBoaKjtZlApp1KpUK5cOW03g0o55oyUwJyRruIVdCKFcBASkpMoinj58iVzRrJSq9V48OAB1Gq1tptCpRhzRkpgzkhXsUAnIiolMjMztd0EKoJjx44hKCgIDg4OEAQBu3btyjVPTEwMPvnkE1haWsLU1BS+vr6Ij4+Xpg8fPhzW1tZwdHTEhg0bNJbdunUrgoKCZGt/WlqabOsmysackRKYM9JFLNALEBAQgGHDhpXoOkVRRJ8+fWBtbQ1BEBAdHZ1rnrVr18LKyqpEt/u6kJAQtG/fXtZtvCucnZ2xYMGCIs8fFhYGb29v2dpDRKXb06dP4eXlhaVLl+Y5PTY2Fo0aNULNmjURERGBixcvYvz48ShTpgwAYM+ePdi4cSMOHjyIWbNmITQ0FA8ePAAApKSkYNy4cfmum4iIiHTbO30PekhICB4/fpzn1QdddeDAAaxduxYRERGoWrWq1u59WbhwIbvCEhFpQatWrdCqVat8p48bNw6tW7fGrFmzpPeqVasm/T8mJgYBAQHw8fGBj48Phg0bhps3b6JcuXIYPXo0+vfvDycnJ1n3gYiIiOTBK+gKi42NRYUKFdCwYUPY29trbdRlS0tL2a/SE5GyDAwMtN0EektqtRq//fYbXFxcEBgYiPLly+ODDz7QOBHt5eWFs2fP4tGjR4iKikJ6ejqqV6+O48eP49y5cxgyZIhs7RMEAVZWVhz0kmTFnJESmDPSVaW6QJ83bx48PDxgamoKR0dHDBgwINe9JpGRkQgICICJiQnKli2LwMBAPHr0KM/1/fbbb7C0tMx1v19Of/zxB/z8/GBkZIQKFSrg66+/lu4LDQkJweDBgxEfHw9BEODs7Fxg+3ft2oUaNWqgTJkyCAwMxO3bt6VpeXVRHzZsGAICAqSvt23bBg8PDxgbG8PGxgYtWrTA06dP81w+ICAAQ4YMwejRo2FtbQ17e3uEhYVprP/x48cIDQ2Fra0tLCws0KxZM1y4cEGafuHCBTRt2hTm5uawsLBAvXr1cPbsWQDArVu3EBQUhLJly8LU1BS1atXCvn378t13Z2dnTJ06Fd27d4eZmRkqV66M3bt34/79+2jXrh3MzMzg6ekprT/b9u3bUatWLRgZGcHZ2Rlz587VmJ6UlISgoCAYGxujSpUqeX4vC9vPN8U/ACQnQRBgYGDAnL3jkpKSkJaWhhkzZqBly5Y4ePAgOnTogE8//RR//PEHACAwMBBffPEFfH19ERISgnXr1sHU1BT9+/fH8uXLsWzZMri6usLf3x+XL18u0fbxAy0pgTkjJTBnpKtKdYGuUqmwaNEiXL58GevWrcPRo0cxevRoaXp0dDSaN28Od3d3/PXXXzh+/DiCgoKQlZWVa10bN25E586dsWHDBnTt2jXP7d29exetW7eGr68vLly4gGXLlmHVqlWYOnUqgFfdyidPnoxKlSohISEBZ86cybftz549w7Rp07B+/XpERkbi8ePH6NSpU5H3PSEhAZ07d0avXr0QExODiIgIfPrppwV2a8/+kHfq1CnMmjULkydPxqFDh6Tpn332GZKSkrB//35ERUWhbt26aN68OR4+fAgA6Nq1KypVqoQzZ84gKioKX3/9tXRFb+DAgXjx4gWOHTuGS5cuYebMmYU+e3L+/Pnw9/fH+fPn0aZNG3Tr1g3du3fHF198gXPnzqFatWro3r27tE9RUVEIDg5Gp06dcOnSJYSFhWH8+PFYu3attM6QkBDcvn0b4eHh2LZtG77//nskJSVpbLew/SzMixcvkJqaqvECOIo7yUsURbx48YI5e8dljybcrl07fPXVV/D29sbXX3+Ntm3bYvny5dJ8YWFhuHHjBi5duoQOHTpg+vTpaNGiBQwMDDB16lQcP34coaGh6N69e4m3LzExkaMek6yYM1ICc0a66p2+B70wOQd4y74i269fP3z//fcAgFmzZsHHx0f6GgBq1aqVaz1Lly7FuHHjsGfPHjRp0iTf7X3//fdwdHTEkiVLIAgCatasiXv37mHMmDGYMGECLC0tYW5uDj09Pdjb2xfY9oyMDCxZsgQffPABgFfFs5ubG06fPg0/P79C9z0hIQGZmZn49NNPUblyZQCAh4dHgct4enpi4sSJAIAaNWpgyZIlOHLkCD766CMcP34cp0+fRlJSEoyMjAAAc+bMwa5du7Bt2zb06dMH8fHxGDVqFGrWrCmtI1t8fDw6duwotaFq1aqF7kPr1q3Rt29fAMCECROwbNky+Pr64rPPPgMAjBkzBg0aNEBiYiLs7e0xb948NG/eHOPHjwcAuLi44J9//sHs2bMREhKCa9euYf/+/Th9+jR8fX0BAKtWrYKbm5u0zaLsZ2GmT5+OSZMmFTofUUnL6+QivVvKlSsHfX19uLu7a7zv5uaG48eP57nMlStX8PPPP+P8+fNYvXo1GjduDFtbWwQHB6NXr1548uQJzM3NS6yN6enpJbYuovwwZ6QE5ox0Uam+gn748GE0b94cFStWhLm5Obp164bk5GQ8e/YMwP9dQS/Itm3b8NVXX+HQoUMFFufAq4F7GjRooNFVxt/fH2lpabhz506x2q6vry8VkQBQs2ZNWFlZISYmpkjLe3l5oXnz5vDw8MBnn32GFStW5Nt1P5unp6fG1xUqVJCuLl+4cAFpaWmwsbGBmZmZ9Lp58yZiY2MBvHrsT2hoKFq0aIEZM2ZI7wPAkCFDMHXqVPj7+2PixIm4ePFiofuQsz12dnYANE8yZL+X3caYmBj4+/trrMPf3x/Xr19HVlYWYmJioK+vj3r16knTs49rtqLsZ2HGjh2LlJQU6ZXz1gQiooIYGhrC19cXV69e1Xj/2rVr0snWnERRRN++fTFv3jyYmZkhKysLGRkZACD9yxM3RERE745SW6DHxcWhbdu28PT0xPbt2xEVFSU9dubly5cAAGNj40LXU6dOHdja2mL16tU61XVUpVLlak/2hzEA0NPTw6FDh7B//364u7tj8eLFcHV1xc2bN/Nd5+sDTAmCIHX7SUtLQ4UKFRAdHa3xunr1KkaNGgXgVZfLy5cvo02bNjh69Cjc3d2xc+dOAEBoaCj+/fdfdOvWDZcuXYKPjw8WL15c4D7mbE/2SY+83ivJrklF2c/CGBkZwcLCQuNFRJQtLS1N+t0CADdv3kR0dLT0nPNRo0Zh8+bNWLFiBW7cuIElS5Zgz549GDBgQK51rVy5Era2ttJzz/39/XH06FGcPHkS8+fPh7u7OwcEJSIieoeU2gI9KioKarUac+fORf369eHi4oJ79+5pzOPp6YkjR44UuJ5q1aohPDwcv/76KwYPHlzgvG5ubvjrr780CufIyEiYm5ujUqVKxWp/ZmamxgBoV69exePHj6Xu2La2tkhISNBY5vVnqguCAH9/f0yaNAnnz5+HoaGhVDAXV926dfHff/9BX18f1atX13jlfFSci4sLvvrqKxw8eBCffvop1qxZI01zdHREv379sGPHDowYMQIrVqx4o7bkx83NDZGRkRrvRUZGwsXFBXp6eqhZsyYyMzMRFRUlTc8+rsXdTyJdZGhoqO0mUBGcPXsWderUQZ06dQC86n1Up04dTJgwAQDQoUMHLF++HLNmzYKHhwdWrlyJ7du3o1GjRhrrSUxMxLRp07Bo0SLpPT8/P4wYMQJt2rTBli1bNH4HlwRBEGBjY8NBlUhWzBkpgTkjXfXO34OekpKSqzC1sbFB9erVkZGRgcWLFyMoKAiRkZEaA+wAr7oie3h4YMCAAejXrx8MDQ0RHh6Ozz77LFfRGR4ejoCAAOjr62PBggV5tmXAgAFYsGABBg8ejEGDBuHq1auYOHEihg8fDpWqeOdCDAwMMHjwYCxatAj6+voYNGgQ6tevL91/3qxZM8yePRvr169HgwYN8PPPP+Pvv/+WPvCdOnUKR44cwccff4zy5cvj1KlTuH//vsb91sXRokULNGjQAO3bt8esWbOkEx6//fYbOnTogFq1amHUqFH43//+hypVquDOnTs4c+YMOnbsCODVeACtWrWCi4sLHj16hPDw8DduS35GjBgBX19fTJkyBZ9//jn++usvLFmyRBpjwNXVFS1btkTfvn2xbNky6OvrY9iwYRo9KQrbTx8fnzduH/8AkJwEQdDaYxupeAICAgrtkdWrVy/06tWrwHns7OwQFxeX6/0JEyZIxX5JEwShRO9nJ8oLc0ZKYM5IV73zV9AjIiKkKxHZr0mTJsHLywvz5s3DzJkzUbt2bWzYsAHTp0/XWNbFxQUHDx7EhQsX4OfnhwYNGuDXX3/N80Ouq6srjh49il9++QUjRozIsy0VK1bEvn37cPr0aXh5eaFfv37o3bs3vv3222Lvl4mJCcaMGYMuXbrA398fZmZm2Lx5szQ9MDAQ48ePx+jRo+Hr64snT55ojNZrYWGBY8eOoXXr1nBxccG3336LuXPnolWrVsVuC/Dql9i+ffvQuHFj9OzZEy4uLujUqRNu3boFOzs76OnpITk5Gd27d4eLiwuCg4PRqlUrabC0rKwsDBw4EG5ubmjZsiVcXFw0BucrCXXr1sWWLVuwadMm1K5dGxMmTMDkyZMREhIizbNmzRo4ODigSZMm+PTTT9GnTx+UL1++yPv5NnTpFgkqfURRxPPnz5kzkpVarcbdu3c56jHJijkjJTBnpKsEkZ/miGSVmpoKS0tLHDp0qNBHyxG9KVEUkZ6eDmNjY/bWUEj9+vW13QTFqdVqxMfHw8nJqdg9w4iKijkjJTBn9DayP9+npKSU+HhTTCMRERERERGRDmCBTkRERERERKQDWKATEZUSRkZG2m4ClXKCIMDOzo63UZCsmDNSAnNGuopD/hIphH8ASE6CIEBPT0/bzaBSThAEjSdfEMmBOSMlMGekq3gFnUghHI+R5JQ9SBxzRnJSq9W4desWRz0mWTFnpATmjHQVC3QiolKCxTkpgTkjJTBnpATmjHQRC3QiIiIiIiIiHcB70IkU4uPjAysrK203g0opPs+ViIiI6N3HT3FECuEgcSQnQRDg4ODAnJGsmDNSAnNGSmDOSFexQCdSCP8AkJwEQYC+vj5zRrJizkgJzBkpgTkjXcUCnUghHCWU5JTdxZ05IzkxZ6QE5oyUwJyRrmKBTkRERERERKQDWKATERERERER6QAW6EREREREREQ6QBBFUdR2I4hKs9TUVFhaWiIlJQUWFhbabg6VYmq1mo9YI9kxZ6QE5oyUwJzRm5Lz8z0TSaQQngsjOYmiiMzMTOaMZMWckRKYM1ICc0a6igU6kUL4B4DkJIoi7t27x5yRrJgzUgJzRkpgzkhXsUAnIiIiIiIi0gEs0ImIiIiIiIh0AAt0IqJSQhAEbTeB3gPMGSmBOSMlMGekiziKO5HMOIo7EREREVHpwVHciUoBngsjOYmiiPT0dOaMZMWckRKYM1ICc0a6igU6kUL4B4DkJIoiEhMTmTOSFXNGSmDOSAnMGekqFuhEREREREREOoAFOhEREREREZEO0Nd2A4jeF96TDwKGptpuBpVSKkGEZ1kRFx/9DbX4/oxKGzejjbab8N4xMDDQdhPoPcCckRKYM9JFLNCJFKIWBXZZIdmoRQHRD9+fwpy0Q6VSoWLFitpuBpVyzBkpgTkjXcV6gUghAjgICclHgIjyZUTmjGQliiKePHnCQZVIVswZKYE5I13FAp1IISpe3CQZqQSgmoXInJGsRFFEcnIyP9CSrJgzUgJzRrqKBToRERERERGRDmCBTkRERERERKQDWKATKYQ9qEhOogikvGTOSH7GxsbabgK9B5gzUgJzRrqIo7gTKUQNjuJO8lFDwD+PeQM6yUulUsHOzk7bzaBSjjkjJTBnpKtYL5QCcXFxEAQB0dHR2m6KTgkICMCwYcO03QwJR9cmOQkQUcmUo7gX1bFjxxAUFAQHBwcIgoBdu3blO2+/fv0gCAIWLFig8f7w4cNhbW0NR0dHbNiwQWPa1q1bERQUJEPLtUsURTx+/JiDKpGsmDNSAnNGuuq9KdBDQkIgCEKuV8uWLbXdtLfm6OiIhIQE1K5dW9tNkYWzs3OuD8ZFsWPHDkyZMqXI88t9ooOja5OcVALgaMpR3Ivq6dOn8PLywtKlSwucb+fOnTh58iQcHBw03t+zZw82btyIgwcPYtasWQgNDcWDBw8AACkpKRg3blyh634X8QMtKYE5IyUwZ6Sr3qsu7i1btsSaNWs03jMyMtJSa0qOnp4e7O3ttd2MEvfy5UsYGhq+8fLW1tYl2BoiKk1atWqFVq1aFTjP3bt3MXjwYPz+++9o06aNxrSYmBgEBATAx8cHPj4+GDZsGG7evIly5cph9OjR6N+/P5ycnOTcBSIiIiqF3psr6MCrYtze3l7jVbZsWWn648eP0bdvX9jZ2aFMmTKoXbs29u7dK03fvn07atWqBSMjIzg7O2Pu3Lka63d2dsZ3332HXr16wdzcHE5OTvjxxx815rl06RKaNWsGY2Nj2NjYoE+fPkhLS5Omh4SEoH379vjuu+9gZ2cHKysrTJ48GZmZmRg1ahSsra1RqVIljRMNeV35vXz5Mtq2bQsLCwuYm5vjww8/RGxsbJ7HZe3atbCystJ4b9euXRCE/7sUFxYWBm9vb/z0009wdnaGpaUlOnXqhCdPnkjzqNVqzJo1C9WrV4eRkRGcnJwwbdo0afrt27cRHBwMKysrWFtbo127doiLi8u179OmTYODgwNcXV0REBCAW7du4auvvpJ6PQBAcnIyOnfujIoVK8LExAQeHh745ZdfNPbh9S7uhX1/qlSpAgCoU6cOBEFAQEAAjh07BgMDA/z3338a6x42bBg+/PDDPI8nEb371Go1unXrhlGjRqFWrVq5pnt5eeHs2bN49OgRoqKikJ6ejurVq+P48eM4d+4chgwZooVWExER0bvuvSrQC6JWq9GqVStERkbi559/xj///IMZM2ZAT08PABAVFYXg4GB06tQJly5dQlhYGMaPH4+1a9dqrGfu3Lnw8fHB+fPnMWDAAPTv3x9Xr14F8KpLZWBgIMqWLYszZ85g69atOHz4MAYNGqSxjqNHj+LevXs4duwY5s2bh4kTJ6Jt27YoW7YsTp06hX79+qFv3764c+dOnvty9+5dNG7cGEZGRjh69CiioqLQq1cvZGZmvtUxio2Nxa5du7B3717s3bsXf/zxB2bMmCFNHzt2LGbMmIHx48fjn3/+wcaNG6XBNzIyMhAYGAhzc3P8+eefiIyMhJmZGVq2bImXL19K6zhy5AiuXr2KQ4cOYe/evdixYwcqVaqEyZMnIyEhAQkJCQCA58+fo169evjtt9/w999/o0+fPujWrRtOnz5d4D4U9P3JXvbw4cNISEjAjh070LhxY1StWhU//fSTtI6MjAxs2LABvXr1KtbxYw8qkpMoAknpAnNWQmbOnAl9ff18C+3AwEB88cUX8PX1RUhICNatWwdTU1P0798fy5cvx7Jly+Dq6gp/f39cvnxZ4dbLy8zMTNtNoPcAc0ZKYM5IF71XXdz37t2b6wfxm2++wTfffIPDhw/j9OnTiImJgYuLCwCgatWq0nzz5s1D8+bNMX78eACAi4sL/vnnH8yePRshISHSfK1bt8aAAQMAAGPGjMH8+fMRHh4OV1dXbNy4Ec+fP8f69ethamoKAFiyZAmCgoIwc+ZMqZi1trbGokWLoFKp4OrqilmzZuHZs2f45ptvAPxfIXz8+HF06tQp134uXboUlpaW2LRpEwwMDKT2vi21Wo21a9fC3NwcANCtWzccOXIE06ZNw5MnT7Bw4UIsWbIEPXr0AABUq1YNjRo1AgBs3rwZarUaK1eulK6Cr1mzBlZWVoiIiMDHH38MADA1NcXKlSs1urbr6enB3Nxcoxt/xYoVMXLkSOnr7G6oW7ZsgZ+fX777UND3x9bWFgBgY2Ojsa3evXtjzZo1GDVqFIBX954+f/4cwcHBeW7jxYsXePHihfR1amrqq+PHUdxJRmoIiH1S+HxUuKioKCxcuBDnzp3T6En0urCwMISFhUlfT5o0CS1atICBgQGmTp2KS5cuYe/evejevTuioqIUaLn8VCoVypUrp+1mUCnHnJESmDPSVe9VvdC0aVNER0drvPr16wcAiI6ORqVKlfItZGNiYuDv76/xnr+/P65fv46srCzpPU9PT+n/giDA3t4eSUlJ0jq8vLyk4jx7HWq1WrqKCwC1atWCSvV/3xo7Ozt4eHhIX+vp6cHGxkZa7+uio6Px4YcfSsV5SXF2dpaKcwCoUKGCxr69ePECzZs3z3PZCxcu4MaNGzA3N4eZmRnMzMxgbW2N58+fa3S99/DwKNJ951lZWZgyZQo8PDxgbW0NMzMz/P7774iPjy9wuYK+P/kJCQnBjRs3cPLkSQCvbgkIDg7W+D7mNH36dFhaWkovR0dHAICKo2uTjFQQUc1cZM5KwJ9//omkpCQ4OTlBX18f+vr6uHXrFkaMGAFnZ+c8l7ly5Qp+/vlnTJkyBREREWjcuDFsbW0RHByMc+fOadwO9C5Tq9V48OAB1Gq1tptCpRhzRkpgzkhXvVdX0E1NTVG9evU8pxkbG5fINl4vigVBKPYPfl7rKM56i7svKpUq1wiWGRkZRWpXdhsK22ZaWhrq1auX61FEAKQr1wDyLXpfN3v2bCxcuBALFiyAh4cHTE1NMWzYMI3u8nl5k+9P+fLlERQUhDVr1qBKlSrYv38/IiIi8p1/7NixGD58uPR1amoqHB0dIQhg6USyEQSgvLGIuDQG7W1169YNLVq00HgvMDAQ3bp1Q8+ePXPNL4oi+vbti3nz5sHMzAxZWVnS79Dsf3OeyH3XpaWlcRBOkh1zRkpgzkgXvVcFekE8PT1x584dXLt2Lc+r6G5uboiMjNR4LzIyEi4uLtJ96oVxc3PD2rVr8fTpU6kQjYyMlLqylxRPT0+sW7cOGRkZRbqKbmtriydPnmi0q7iPGqtRowaMjY1x5MgRhIaG5ppet25dbN68GeXLl4eFhUWx1m1oaJjrw21kZCTatWuHL774AsCrs6DXrl2Du7t7sdb9+naAvD9Ih4aGonPnzqhUqRKqVauWqzdFTkZGRqXi6QBEpVlaWhpu3LghfX3z5k1ER0fD2toaTk5OsLGx0ZjfwMAA9vb2ef6uXrlyJWxtbaXnnvv7+yMsLAwnT57E/v374e7unmsgTiIiIqK8vFdd3F+8eIH//vtP45X93NomTZqgcePG6NixIw4dOoSbN29i//79OHDgAABgxIgROHLkCKZMmYJr165h3bp1WLJkicZ90IXp2rUrypQpgx49euDvv/9GeHg4Bg8ejG7dukn3n5eEQYMGITU1FZ06dcLZs2dx/fp1/PTTTxrd6HP64IMPYGJigm+++QaxsbHYuHFjrsHvClOmTBmMGTMGo0ePxvr16xEbG4uTJ09i1apVAF7te7ly5dCuXTv8+eefuHnzJiIiIjBkyJB8B7vL5uzsjGPHjuHu3bvS96tGjRo4dOgQTpw4gZiYGPTt2xeJiYnFavPrypcvD2NjYxw4cACJiYlISUmRpgUGBsLCwgJTp07N8woaEb1bzp49izp16qBOnToAgOHDh6NOnTqYMGFCsdaTmJiIadOmYdGiRdJ7fn5+GDFiBNq0aYMtW7bkerwnERERUX7eqwL9wIEDqFChgsYrexAz4NVj1Hx9fdG5c2e4u7tj9OjR0tXUunXrYsuWLdi0aRNq166NCRMmYPLkyRoDxBXGxMQEv//+Ox4+fAhfX1/873//Q/PmzbFkyZIS3U8bGxscPXoUaWlpaNKkCerVq4cVK1bkezXd2toaP//8M/bt2yc9riznwEdFNX78eIwYMQITJkyAm5sbPv/8c+n+bhMTExw7dgxOTk749NNP4ebmht69e+P58+eFXlGfPHky4uLiUK1aNak7/Lfffou6desiMDAQAQEBsLe3R/v27Yvd5pz09fWxaNEi/PDDD3BwcEC7du2kaSqVCiEhIcjKykL37t3faP1qdjsmGalF4PZTgTkrooCAAIiimOuV38nJuLg4jcc2ZrOzs0NcXBwcHBw03p8wYQKSk5MRExNT4MCV7xpBEGBlZVXg4HlEb4s5IyUwZ6SrBPH1m4+JKE+9e/fG/fv3sXv37mItl5qa+mqwuGFboDIykal1RO+nuBlttN0EIiIies9kf75PSUkp9u27hXmvrqATvYmUlBQcP34cGzduxODBg994PRxdm+Skggh3KzVzRrJSq9VITEzkqMckK+aMlMCcka7iIHFEhWjXrh1Onz6Nfv364aOPPnrj9XAUd5KTIACWhq/+ZdBITunp6dpuAr0HmDNSAnNGuogFOlEhCnqkGhERERERUUlhF3ciIiIiIiIiHcACnUghHF2b5KQWgdhUjuJO8hIEATY2Nhz1mGTFnJESmDPSVeziTqQQEQL4J4DkIkJA0nNtt4JKO0EQYG5uru1mUCnHnJESmDPSVbyCTqQQlcBLmyQflSDC21rNnJGs1Go17t69y1GPSVbMGSmBOSNdxSvoRAqJnvAxrKystN0MKqXUajXi4+Ph5OQElYrnXkk+GRkZ2m4CvQeYM1ICc0a6iJ/iiIiIiIiIiHQAC3QiIiIiIiIiHcACnUghHCWU5CQIAuzs7JgzkhVzRkpgzkgJzBnpKt6DTqQQ/gEgOQmCAGNjY203g0o55oyUwJyREpgz0lW8gk6kEI4SSnJSq9W4desWc0ayYs5ICcwZKYE5I13FAp2IqJQQRT5ijeTHnJESmDNSAnNGuogFOhEREREREZEOYIFOREREREREpANYoBMphIPEkZwEQYCDgwNzRrJizkgJzBkpgTkjXcUCnUgh/ANAchIEAfr6+swZyYo5IyUwZ6QE5ox0FQt0IoVwlFCSk1qtRnx8PHNGsmLOSAnMGSmBOSNdxQKdiIiIiIiISAewQCciIiIiIiLSASzQiYiIiIiIiHSAIIqiqO1GEJVmqampsLS0REpKCiwsLLTdHCrF1Go1VCqedyV5MWekBOaMlMCc0ZuS8/M9E0mkEJ4LIzmJoojMzEzmjGTFnJESmDNSAnNGuooFOpFC+AeA5CSKIu7du8eckayYM1ICc0ZKYM5IV+lruwFE74s6kw9CNDTVdjOolNITRPjZijh9/29kico/0zVuRhvFt0lERERU2vAKOhEREREREZEOYIFORFRKqNlLjxQgCMr30KD3D3NGSmDOSBexizuRQrJEgWfESDZZooBT9/lBg+SlUqlQuXJlbTeDSjnmjJTAnJGuYr1ApBABvLxJ8hEgwtJQZM5IVqIoIj09nYMqkayYM1ICc0a6igU6kUJUvLhJMlIJgLuVyJyRrERRRGJiIj/QkqyYM1ICc0a6igU6ERERERERkQ5ggU5ERERERESkA1igEymEHahITiKA9Mx3L2fHjh1DUFAQHBwcIAgCdu3aJU3LyMjAmDFj4OHhAVNTUzg4OKB79+64d++exjqGDx8Oa2trODo6YsOGDRrTtm7diqCgICV25b1hYGCg7SbQe4A5IyUwZ6SLWKCTTnJ2dsaCBQtKdJ0REREQBAGPHz8u0fUWlVrkzcEkH7UoIPqh6p3L2dOnT+Hl5YWlS5fmmvbs2TOcO3cO48ePx7lz57Bjxw5cvXoVn3zyiTTPnj17sHHjRhw8eBCzZs1CaGgoHjx4AABISUnBuHHj8lw3vRmVSoWKFStCpeLHB5IPc0ZKYM5IVzGROiwkJASCIEAQBBgaGqJ69eqYPHkyMjMztd00nRcQEIBhw4ZpvNewYUMkJCTA0tJSK23i6NokJwEiypd590Zxb9WqFaZOnYoOHTrkmmZpaYlDhw4hODgYrq6uqF+/PpYsWYKoqCjEx8cDAGJiYhAQEAAfHx907twZFhYWuHnzJgBg9OjR6N+/P5ycnBTdp9JMFEU8efKEgyqRrJgzUgJzRrqKBbqOa9myJRISEnD9+nWMGDECYWFhmD17tmzbe/nypWzr1vb2DQ0NYW9vD0HQzhVGjq5NclIJQDWL0j+Ke0pKCgRBgJWVFQDAy8sLZ8+exaNHjxAVFYX09HRUr14dx48fx7lz5zBkyBDtNriUEUURycnJ/EBLsmLOSAnMGekqFug6zsjICPb29qhcuTL69++PFi1aYPfu3QCAR48eoXv37ihbtixMTEzQqlUrXL9+XWP57du3o1atWjAyMoKzszPmzp2rMd3Z2RlTpkxB9+7dYWFhgT59+uTZjoCAAAwePBjDhg1D2bJlYWdnhxUrVuDp06fo2bMnzM3NUb16dezfv19aJisrC71790aVKlVgbGwMV1dXLFy4UGO9ISEhaN++PaZNmwYHBwe4urrmuf2VK1fCysoKR44cAQD8/fffaNWqFcz+X3v3HV/T/f8B/HVuttwM2YksQiIkiKCCEnsXRYyUxOjXVqtWCaHEbq2iRoKarVHUHimNUStqh1QEsSuRECS55/eHR87PlSEh99wrXs/H4z4qZ37Ova8m933O53yOUgl7e3t069ZN6tYaGhqKP//8E3PnzpV6ICQkJOTo4h4VFQVLS0vs2bMH3t7eUCqV0gmRbJmZmRg8eDAsLS1hbW2NUaNGISQkBG3btn3HJ0dERe3FixcYNWqUdKUcAJo2bYqvvvoK1atXR2hoKFauXAlTU1P069cPixcvxqJFi+Dl5YXatWvj4sWLWj4CIiIiovyxQP/ImJiYSFeZQ0NDcerUKWzbtg3Hjh2DKIpo0aIFMjIyAACnT59GUFAQOnfujPPnz2PixIkYP348oqKi1LY5a9YsVK5cGWfPnsX48ePz3PfKlSthY2ODv//+G4MGDUK/fv3QsWNH1KpVC2fOnEGTJk3QrVs3PH/+HACgUqng7OyMX3/9FZcuXUJYWBjGjh2LjRs3qm33wIEDuHr1Kvbt24cdO3bk2O+MGTMwevRo7N27Fw0bNkRycjIaNGgAPz8/nDp1Crt378b9+/cRFBQEAJg7dy4CAgLw9ddf4+7du7h79y5cXFxyPabnz59j1qxZWL16NQ4fPozExESMGDFCmj99+nSsWbMGkZGRiImJwdOnT9UGscrNy5cv8fTpU7UXEX2YjIwMBAUFQRRFLFq0SG3exIkTcf36dZw/fx7t2rVDREQEGjVqBAMDA3z//ff466+/0Lt3b3Tv3l1LrSciIiIqGH1tN4AKRhRFHDhwAHv27MGgQYNw7do1bNu2DTExMahVqxYAYM2aNXBxccHWrVvRsWNHzJkzBw0bNpSKbk9PT1y6dAkzZ85EaGiotO0GDRpg+PDh72xD5cqVMW7cOADAmDFjMG3aNNjY2ODrr78GAISFhWHRokX4559/ULNmTRgYGCA8PFxav3Tp0jh27Bg2btwoFdMAYGpqimXLlsHQ0DDHPkeNGoXVq1fjzz//RMWKFQEACxYsgJ+fH6ZOnSott2LFCri4uCAuLg6enp4wNDREiRIl4ODgkO8xZWRkYPHixfDw8AAADBw4EJMmTZLmz58/H2PGjJHuj12wYAF27tyZ7zYjIiLUjjsbe1CRJokikPKqeOYsuzi/efMmDh48KF09z82VK1fwyy+/4OzZs1ixYgXq1q0LW1tbBAUFoWfPnkhNTYWZmZmMrS9+TExMtN0E+gQwZyQH5ox0EQt0Hbdjxw4olUpkZGRApVKha9eumDhxIg4cOAB9fX189tln0rLW1tbw8vLC5cuXAbwePKlNmzZq26tduzZ+/PFHZGVlQU9PDwBQrVq1ArWlUqVK0r/19PRgbW0NX19faZq9vT0A4MGDB9K0hQsXYsWKFUhMTER6ejpevXqFKlWqqG3X19c31+J89uzZePbsGU6dOoUyZcpI08+dO4dDhw5BqVTmWCc+Ph6enp4FOh4AKFGihFScA4Cjo6PU/pSUFNy/fx81atRQO25/f3+oVKo8tzlmzBgMGzZM+vnp06dwcXGBCgK7rJDGqCDgUnLxuwE9uzi/du0aDh06BGtr6zyXFUURffr0wZw5c6BUKpGVlSX1KMr+b1ZWliztLq4UCoX0u55IU5gzkgNzRrqKBbqOq1+/PhYtWgRDQ0M4OTlBX7/oPzJTU9MCLff2syIFQVCblj34Wnbxun79eowYMQKzZ89GQEAAzMzMMHPmTJw4caJA+//888/xxx9/YOPGjRg9erQ0PS0tDa1bt8b06dNzrOPo6FigY8nvmD50sBAjIyMYGRnlmP6xja5NHxcBIkqZAneeASI+nkI9LS0N169fl36+ceMGYmNjYWVlBUdHR3To0AFnzpzBjh07kJWVhXv37gEArKyscpzYW7ZsGWxtbaXnnteuXRsTJ07E8ePHsWvXLlSoUEEaXI7ejyiKSElJgYWFhdYG3KTijzkjOTBnpKtYoOs4U1NTlC1bNsd0b29vZGZm4sSJE1IX98ePH+Pq1auoUKGCtExMTIzaejExMfD09JSunmtSdvf7/v37S9Pi4+MLvH6NGjUwcOBANGvWDPr6+tK94VWrVsWmTZvg7u6e5wkLQ0PDD75SZmFhAXt7e5w8eRJ169YF8Prq25kzZ3L0AigIhQCW6KQxCgFwMRVx97mArI8oaKdOnUL9+vWln7N7n4SEhGDixInSoJhv/z936NAhBAYGSj/fv38fU6ZMwdGjR6VpNWrUwPDhw9GyZUvY2dlh5cqVmjuQT4QoikhOToa5uTm/0JLGMGckB+aMdBUL9I9UuXLl0KZNG3z99ddYsmQJzMzMMHr0aJQqVUrq1j58+HBUr14dkydPRqdOnXDs2DEsWLAAP/30k2xtXLVqFfbs2YPSpUtj9erVOHnyJEqXLl3gbdSqVQs7d+5E8+bNoa+vjyFDhmDAgAFYunQpunTpgpEjR8LKygrXr1/H+vXrsWzZMujp6cHd3R0nTpxAQkIClEolrKys3usYBg0ahIiICJQtWxbly5fH/Pnz8eTJE/4iJyoigYGB+fZaKWiPFnt7eyQkJOSYHhYWhrCwsPdtHhEREZGseEvsRywyMhL+/v5o1aoVAgICIIoidu7cKXXbrlq1KjZu3Ij169fDx8cHYWFhmDRpktoAcZrUp08ffPnll+jUqRM+++wzPH78WO1qekHVqVMHf/zxB8aNG4f58+fDyckJMTExyMrKQpMmTeDr64shQ4bA0tISCsXrSI8YMQJ6enqoUKECbG1tkZiY+F7HkP1Ip+7duyMgIABKpRJNmzaFsbHxe22PiIiIiIgoL4L4oTfcEn1CVCoVvL29ERQUhMmTJxdonadPn8LCwgJuQzYARgW735+osBQQUdoMuJH6esA4uSVMayn7Pkl+KpUK//33H6ysrKQTokRFjTkjOTBn9CGyv9+npKTk+3SZ98Eu7kT5uHnzJvbu3Yt69erh5cuXWLBgAW7cuIGuXbsWelscxZ00SQUB8anabgUVdwqFAjY2NtpuBhVzzBnJgTkjXcV6gSgfCoUCUVFRqF69OmrXro3z589j//798Pb2Lvy2OEQcaZACIjzMROaMNEqlUuHRo0f5PmqS6EMxZyQH5ox0Fa+gE+XDxcUlx0j470vgKO6kQYIA2JmISEhj0Eiz0tLS3nvgTaKCYs5IDswZ6SJeQSciIiIiIiLSASzQiYiIiIiIiHQAC3QimajY7Zg0SCUCt54JzBlplCAIsLS0hCDI/6QA+nQwZyQH5ox0Fe9BJ5KJCEELD7+iT4UIAbefabsVVNxlf6El0iTmjOTAnJGuYoFOJJN/JjTmHwLSGJVKhYcPH8LW1pbPcyWNYc5IDswZyYE5I13FNBIRFRPp6enabgJ9ApgzkgNzRnJgzkgXsUAnIiIiIiIi0gEs0ImIiIiIiIh0AAt0IplwlFDSJEEQYG1tzZyRRjFnJAfmjOTAnJGu4iBxRDLhHwDSJEEQYGZmpu1mUDHHnJEcmDOSA3NGuopX0IlkolKptN0EKsZUKhXu3LnDnJFGMWckB+aM5MCcka5igU5EVExkZGRouwn0CWDOSA7MGcmBOSNdxAKdiIiIiIiISAewQCciIiIiIiLSASzQiWTCQeJIkwRBgL29PXNGGsWckRyYM5IDc0a6iqO4E8mEfwBIkwRBgImJibabQcUcc0ZyYM5IDswZ6SpeQSeSCUcJJU1SqVS4efMmc0YaxZyRHJgzkgNzRrqKBToRUTEhiqK2m0CfAOaM5MCckRyYM9JFLNCJiIiIiIiIdAALdCIiIiIiIiIdwAKdSCYcJI40SRAEODk5MWekUcwZyYE5IzkwZ6SrWKATyYR/AEiTBEGAvr4+c0YaxZyRHJgzkgNzRrqKj1kjkknlibshGppquxlUAAnTWmq7CYWmUqmQmJgIV1dXKBQ890qawZyRHJgzkgNzRrqKaSQiIiIiIiLSASzQiYiIiIiIiHQAC3QiIiIiIiIiHcACnUgmWSIHISHNUSgUvI+ONI45IzkwZyQH5ox0FRNJJBtR2w2gYkwURWRmZkIUmTPSHOaM5MCckRyYM9JVLNCJZKLHC+ikQaIoIikpiV80SKOYM5IDc0ZyYM5IV7FAJyIqAu7u7hAEIcdrwIABAIBZs2bBzs4OdnZ2mD17ttq6J06cgL+/PzIzM7XRdCIiIiLSESzQtczd3R0//vhjgZaNioqCpaWlRtujKxISEiAIAmJjY7XdFKICOXnyJO7evSu99u3bBwDo2LEj/vnnH4SFhWH9+vVYt24dxo0bh/PnzwMAMjMz0bdvXyxevBj6+vraPAQiIiIi0jIW6EUkNDRUumJmaGiIsmXLYtKkSe+8Inby5En873//K9A+OnXqhLi4uKJobq7q16+PZcuWaWz72QRBwNatW/NdxsXFBXfv3oWPj4/G20NUFGxtbeHg4CC9duzYAQ8PD9SrVw9XrlxBpUqV0KBBAzRs2BCVKlXClStXAAAzZ85E3bp1Ub169Q9ugyDwPgrSPOaM5MCckRyYM9JFvFxThJo1a4bIyEi8fPkSO3fuxIABA2BgYIAxY8bkWPbVq1cwNDSEra1tgbdvYmICExOTomyy5L///kNMTAzWr1+vke0Xlp6eHhwcHLTdjCKVJQo8I/aJePXqFX755RcMGzYMgiDA19cXcXFxSExMhCiKiIuLg4+PD+Lj4xEZGYnTp09/8D4VCgXc3NyKoPVEeWPOSA7MGcmBOSNdxXqhCBkZGcHBwQFubm7o168fGjVqhG3btgF4fYW9bdu2mDJlCpycnODl5QUgZxf35ORk9OnTB/b29jA2NoaPjw927NgBIGcX94kTJ6JKlSpYvXo13N3dYWFhgc6dOyM1NVVaJjU1FcHBwTA1NYWjoyN++OEHBAYGYsiQIWpt/+OPP1C1alXY29sDAC5evIhWrVrB3NwcZmZm+PzzzxEfHw8AUKlUmDRpEpydnWFkZIQqVapg9+7d0rZevXqFgQMHwtHREcbGxnBzc0NERIR0vADQrl07CIIg/fy2t7u4P3nyBMHBwbC1tYWJiQnKlSuHyMjId+4vt67yycnJEAQB0dHR0rQLFy6gefPmUCqVsLe3R7du3fDo0SNp/m+//QZfX1+YmJjA2toajRo1wrNnz3Jte14EjuL+ydi6dSuSk5MRGhoKAPD29sbUqVPRuHFjNGnSBBEREfD29kafPn0wY8YM7NmzBz4+PvDz88Phw4ffa5+iKCI9PZ2D3ZBGMWckB+aM5MCcka7iFXQNMjExwePHj6WfDxw4AHNzc+ne1LepVCo0b94cqamp+OWXX+Dh4YFLly5BT08vz33Ex8dj69at2LFjB548eYKgoCBMmzYNU6ZMAQAMGzYMMTEx2LZtG+zt7REWFoYzZ86gSpUqatvZtm0b2rRpAwC4c+cO6tati8DAQBw8eBDm5uaIiYmRuuvPnTsXs2fPxpIlS+Dn54cVK1bgiy++wMWLF1GuXDnMmzcP27Ztw8aNG+Hq6opbt27h1q1bAF536bezs0NkZCSaNWuW77G9afz48bh06RJ27doFGxsbXL9+Henp6QCQ7/4KIjk5GQ0aNEDv3r3xww8/ID09HaNGjUJQUBAOHjyIu3fvokuXLpgxYwbatWuH1NRUHDlyJM9f6C9fvsTLly+ln58+fQoAUAh80NqnYvny5WjevDmcnJykaX379kXfvn2ln1euXAkzMzMEBATAy8sLJ0+exO3bt9G5c2fcuHEDRkZGhdqnKIq4f/8+XF1d2WWPNIY5IzkwZyQH5ox0FQt0DRBFEQcOHMCePXswaNAgabqpqSmWLVsGQ0PDXNfbv38//v77b1y+fBmenp4AgDJlyuS7L5VKhaioKJiZmQEAunXrhgMHDmDKlClITU3FypUrsXbtWjRs2BAAEBkZqVY0AK8Lyt27d2PixIkAgIULF8LCwgLr16+HgYEBAEjtAV6PRj1q1Ch07twZADB9+nQcOnQIP/74IxYuXIjExESUK1cOderUgSAIat2Hsrv0W1paFqoLe2JiIvz8/FCtWjUAULvynt/+CmLBggXw8/PD1KlTpWkrVqyAi4sL4uLikJaWhszMTHz55ZfStn19ffPcXkREBMLDwwvVBio+bt68if3792Pz5s15LvPo0SOEh4fj8OHDOHHiBDw9PVGuXDmUK1cOGRkZiIuLyzdjRERERFQ8sYt7EdqxYweUSiWMjY3RvHlzdOrUSSp6gddFXV7FOQDExsbC2dlZrRh+F3d3d6k4BwBHR0c8ePAAAPDvv/8iIyMDNWrUkOZbWFhI3euzHTx4EHZ2dqhYsaLUjs8//1wqzt/09OlTJCUloXbt2mrTa9eujcuXLwN43Z0/NjYWXl5eGDx4MPbu3Vvg48lLv379sH79elSpUgUjR47E0aNHpXkfur9z587h0KFDUCqV0qt8+fIAXvdQqFy5Mho2bAhfX1907NgRS5cuxZMnT/Lc3pgxY5CSkiK9CnM1nz5+kZGRsLOzQ8uWLfNcZujQoRg6dCicnZ2RlZWFjIwMaV5mZiaysrLkaCoRERER6RgW6EWofv36iI2NxbVr15Ceno6VK1fC1NRUmv/mv3PzPgPAvV1EC4IAlUpVqG1s27YNX3zxxQe1401Vq1bFjRs3MHnyZKSnpyMoKAgdOnT4oG02b94cN2/exNChQ5GUlISGDRtixIgR79yfQvE64m92R3+zGAKAtLQ0tG7dGrGxsWqva9euoW7dutDT08O+ffuwa9cuVKhQAfPnz4eXlxdu3LiRa1uNjIxgbm6u9gLYvf1ToFKpEBkZiZCQkDwfmbZv3z7ExcVJz0evXr06rly5gl27duHnn3+Gnp5ejpNoBZXbSTWiosackRyYM5IDc0a6iAV6ETI1NUXZsmXh6ur6Xs8zrlSpEm7fvl1kj1IrU6YMDAwMcPLkSWlaSkqK2vZFUcT27dul+8+z23HkyJEchSwAmJubw8nJCTExMWrTY2JiUKFCBbXlOnXqhKVLl2LDhg3YtGkT/vvvPwCvfxm+zxVCW1tbhISE4JdffsGPP/6In3/++Z37y+5Sf/fuXWnZt5+tXrVqVVy8eBHu7u4oW7as2iv7pIogCKhduzbCw8Nx9uxZGBoaYsuWLYVqv0rk/U3F3f79+5GYmIiePXvmOj89PR0DBw7EkiVLpJNHzs7OmD9/Pnr06IEpU6Zg5cqV73WSTKFQoFSpUtJ2iTSBOSM5MGckB+aMdBXvQdch9erVQ926ddG+fXvMmTMHZcuWxZUrVyAIApo1a1bo7ZmZmSEkJATffvstrKysYGdnhwkTJkChUEiDYZw+fRrPnz9HnTp1pPUGDhyI+fPno3PnzhgzZgwsLCxw/Phx1KhRA15eXvj2228xYcIEeHh4oEqVKoiMjERsbCzWrFkDAJgzZw4cHR3h5+cHhUKBX3/9FQ4ODtII9O7u7jhw4ABq164NIyMjlCxZ8p3HEhYWBn9/f1SsWBEvX77Ejh074O3t/c79KRQK1KxZE9OmTUPp0qXx4MEDjBs3Tm3bAwYMwNKlS9GlSxeMHDkSVlZWuH79OtavX49ly5bh1KlTOHDgAJo0aQI7OzucOHECDx8+lPZfUBzFvfhr0qRJvqPBmpiY4OrVqzmm9+7dG7179/6gfYuiiLS0NCiVSg52QxrDnJEcmDOSA3NGuoqnjHTMpk2bUL16dXTp0gUVKlTAyJEjP+h+1Dlz5iAgIACtWrVCo0aNULt2bXh7e8PY2BgA8Pvvv6NFixZqV/ytra1x8OBBpKWloV69evD398fSpUulbkCDBw/GsGHDMHz4cPj6+mL37t3Ytm0bypUrB+D1iYEZM2agWrVqqF69OhISErBz507pDOXs2bOxb98+uLi4wM/Pr0DHYWhoiDFjxqBSpUpSt/PsZ7a/a38rVqxAZmYm/P39MWTIEHz//fdq287uEZCVlYUmTZrA19cXQ4YMkQp8c3NzHD58GC1atICnpyfGjRuH2bNno3nz5oX6LBT83U8aJIoiHj9+zMfFkEYxZyQH5ozkwJyRrhJEpvKT8uzZM5QqVQqzZ89Gr169UKlSJYwbNw5BQUHablqx9fTpU1hYWMB96AaIhvmPQ0C6IWFa3gO86SqVSoXExES4urqyux5pDHNGcmDOSA7MGX2I7O/3KSkp0nhTRYVd3Iu5s2fP4sqVK6hRowZSUlIwadIkAECbNm3w6tUrtG/fvtBXgomIiIiIiKjosUD/BMyaNQtXr16FoaEh/P39ceTIEdjY2AAAJkyYoOXWfTrYV4U07UOfwEBUEMwZyYE5IzkwZ6SLWKAXc35+fjh9+rS2m0EAVBA46ANpjEKhgL29vbabQcUcc0ZyYM5IDswZ6SrWC0Qy4SjupEmiKCI5OZmD3ZBGMWckB+aM5MCcka5igU4kE47iTprELxokB+aM5MCckRyYM9JVLNCJiIiIiIiIdAALdCIiIiIiIiIdwEHiiGRyNqwJLC0ttd0MKsaUSqW2m0CfAOaM5MCckRyYM9JFLNCJZKJQsMMKaY5CoZAen0ikKcwZyYE5IzkwZ6SrWDEQyUSlUmm7CVSMqVQqPHr0iDkjjWLOSA7MGcmBOSNdxQKdiKiYSEtL03YT6BPAnJEcmDOSA3NGuogFOhEREREREZEOYIFOREREREREpANYoBPJRBAEbTeBijFBEGBpacmckUYxZyQH5ozkwJyRruIo7kQy4R8A0qTsLxpEmsSckRyYM5IDc0a6ilfQiWTCUUJJk1QqFe7fv8+ckUYxZyQH5ozkwJyRrmKBTkRUTKSnp2u7CfQJYM5IDswZyYE5I13EAp2IiIiIiIhIB7BAJyIiIiIiItIBLNCJZMJB4kiTBEGAtbU1c0YaxZyRHJgzkgNzRrqKo7gTyYR/AEiTBEGAmZmZtptBxRxzRnJgzkgOzBnpKl5BJ5IJRwklTVKpVLhz5w5zRhrFnJEcmDOSA3NGuooFOhFRMZGRkaHtJtAngDkjOTBnJAfmjHQRC3QiIiIiIiIiHcACnYiIiIiIiEgHcJA4IpmcOnUKSqVS282gAqhZs6a2m1BogiDA3t6egxGSRjFnJAfmjOTAnJGuYoFOJBP+ASBNEgQBJiYm2m4GFXPMGcmBOSM5MGekq9jFnUgmoihquwlUjKlUKty8eZOj0ZJGMWckB+aM5MCcka5igU5EVEzwJBDJgTkjOTBnJAfmjHQRC3QiIiIiIiIiHcACnYiIiIiIiEgHsEAnIioGBEGAk5MTByMkjWLOSA7MGcmBOSNdxQKdSCb8A0CaJAgC9PX1mTPSKOaM5MCckRyYM9JVOl+gBwYGYsiQIUW6TVEU8b///Q9WVlYQBAGxsbEFWi8qKgqWlpZF2hY5JSQkvPN4nz9/jvbt28Pc3ByCICA5OVm29hU1Xfu8OBBJ8ebu7g5BEHK8BgwYAACYNWsW7OzsYGdnh9mzZ6ute+LECfj7+yMzM/O9969SqZCYmMjRaEmjmDOSA3NGcmDOSFd98HPQQ0NDkZycjK1btxZBc+Sxe/duREVFITo6GmXKlIGNjY22m6QzVq5ciSNHjuDo0aOwsbGBhYWFtpukMxISElC6dGmcPXsWVapU0XZzSMecPHkSWVlZ0s8XLlxA48aN0bFjR/zzzz8ICwvDjh07IIoiWrVqhSZNmsDX1xeZmZno27cvfv75Z+jrf/CvZCIiIiL6iH2S3wbj4+Ph6OiIWrVqabspOic+Ph7e3t7w8fF5721kZWVBEAQoFB/eQaMot0WkSba2tmo/T5s2DR4eHqhXrx5+/fVXVKpUCQ0aNAAAVKpUCVeuXIGvry9mzpyJunXronr16tpoNhERERHpEI1XPXPmzIGvry9MTU3h4uKC/v37Iy0tTW2ZmJgYBAYGokSJEihZsiSaNm2KJ0+e5Lq9P/74AxYWFlizZk2e+/zzzz9Ro0YNGBkZwdHREaNHj5a6joaGhmLQoEFITEyEIAhwd3fPcztRUVFwdXVFiRIl0K5dOzx+/DjHMr///juqVq0KY2NjlClTBuHh4WrdVAVBwJIlS9CqVSuUKFEC3t7eOHbsGK5fv47AwECYmpqiVq1aiI+Pl9aJj49HmzZtYG9vD6VSierVq2P//v1q+3V3d8fUqVPRs2dPmJmZwdXVFT///LPaMn///Tf8/PxgbGyMatWq4ezZs3keK/D6doLZs2fj8OHDEAQBgYGBAIAnT56ge/fuKFmyJEqUKIHmzZvj2rVrau+TpaUltm3bhgoVKsDIyAiJiYk5th8dHQ1BEPDHH3+gUqVKMDY2Rs2aNXHhwoV3butdbSjI5xUaGoq2bduqTRsyZIh0nMDr7k4zZsxA2bJlYWRkBFdXV0yZMgUAULp0aQCAn5+f2vtD9LZXr17hl19+Qc+ePSEIAnx9fREXF4fExETcvHkTcXFx8PHxQXx8PCIjI/H9999ru8lEREREpAM0XqArFArMmzcPFy9exMqVK3Hw4EGMHDlSmh8bG4uGDRuiQoUKOHbsGP766y+0bt1aratotrVr16JLly5Ys2YNgoODc93fnTt30KJFC1SvXh3nzp3DokWLsHz5cukL8Ny5czFp0iQ4Ozvj7t27OHnyZK7bOXHiBHr16oWBAwciNjYW9evXz/El+siRI+jevTu++eYbXLp0CUuWLEFUVJRU0GWbPHkyunfvjtjYWJQvXx5du3ZFnz59MGbMGJw6dQqiKGLgwIHS8mlpaWjRogUOHDiAs2fPolmzZmjdunWOonf27NlS4d2/f3/069cPV69elbbRqlUrVKhQAadPn8bEiRMxYsSIvD4mAMDmzZvx9ddfIyAgAHfv3sXmzZsBvC5sT506hW3btuHYsWMQRREtWrRARkaGtO7z588xffp0LFu2DBcvXoSdnV2e+/n2228xe/ZsnDx5Era2tmjduvU7t/WuNhTk8yqIMWPGYNq0aRg/fjwuXbqEtWvXwt7eHsDrEx4AsH//frX3p6A4CMmnY+vWrUhOTkZoaCgAwNvbG1OnTkXjxo3RpEkTREREwNvbG3369MGMGTOwZ88e+Pj4wM/PD4cPH36vfSoUCri6urK3CWkUc0ZyYM5IDswZ6SqNd3F/c4A3d3d3fP/99+jbty9++uknAMCMGTNQrVo16WcAqFixYo7tLFy4EN999x22b9+OevXq5bm/n376CS4uLliwYAEEQUD58uWRlJSEUaNGISwsDBYWFjAzM4Oenh4cHBzy3M7cuXPRrFkz6WSCp6cnjh49it27d0vLhIeHY/To0QgJCQEAlClTBpMnT8bIkSMxYcIEabkePXogKCgIADBq1CgEBARg/PjxaNq0KQDgm2++QY8ePaTlK1eujMqVK0s/T548GVu2bMG2bdvUCvkWLVqgf//+0nZ/+OEHHDp0CF5eXli7di1UKhWWL18OY2NjVKxYEbdv30a/fv3yPGYrKyuUKFEChoaG0ntz7do1bNu2DTExMdItAWvWrIGLiwu2bt2Kjh07AgAyMjLw008/qbU7LxMmTEDjxo0BvL7n3dnZGVu2bJHeo7e3VZA2FOTzepfU1FTMnTsXCxYskD5TDw8P1KlTB8D/d2G2trbONzsvX77Ey5cvpZ+fPn0KgIPEfUqWL1+O5s2bw8nJSZrWt29f9O3bV/p55cqVMDMzQ0BAALy8vHDy5Encvn0bnTt3xo0bN2BkZFSofYqiiMzMTBgYGPBkEGkMc0ZyYM5IDswZ6SqNnzLav38/GjZsiFKlSsHMzAzdunXD48eP8fz5cwD/fwU9P7/99huGDh2Kffv25VucA8Dly5cREBCg9j9a7dq1kZaWhtu3bxe43ZcvX8Znn32mNi0gIEDt53PnzmHSpElQKpXS6+uvv8bdu3el4wNe32+aLftqrK+vr9q0Fy9eSIVcWloaRowYAW9vb1haWkKpVOLy5cs5rqC/uV1BEODg4IAHDx5I7c/uRp5X+wv6Pujr66u9F9bW1vDy8sLly5elaYaGhmrtyc+b7bCysnrntgrShoJ8Xu9y+fJlvHz58p15fJeIiAhYWFhILxcXlw/aHn1cbt68if3796N37955LvPo0SOEh4dj/vz5OHHiBDw9PVGuXDnUr18fGRkZiIuLK/R+RVFEUlISTwSRRjFnJAfmjOTAnJGu0miBnpCQgFatWqFSpUrYtGkTTp8+jYULFwJ4fY8mAJiYmLxzO35+frC1tcWKFSt06n+itLQ0hIeHIzY2VnqdP38e165dUyuMDQwMpH9nnzjIbVr2Yx5GjBiBLVu2YOrUqThy5AhiY2Ph6+srvWe5bTd7O9p6VISJiUmRnX0sym29SaFQ5MjPm13rC5LFghgzZgxSUlKk161bt4pku/RxiIyMhJ2dHVq2bJnnMkOHDsXQoUPh7OyMrKwstRxmZmbmeosPERERERV/Gi3QT58+DZVKhdmzZ6NmzZrw9PREUlKS2jKVKlXCgQMH8t2Oh4cHDh06hN9//x2DBg3Kd9nsQdjeLMRiYmJgZmYGZ2fnArfd29sbJ06cUJt2/PhxtZ+rVq2Kq1evomzZsjleH3I/S0xMDEJDQ9GuXTv4+vrCwcEBCQkJhdqGt7c3/vnnH7x48SLP9hd0O5mZmWrvxePHj3H16lVUqFCh0Nt7ux1PnjxBXFwcvL29P6gNBfm8bG1tcffuXbVpbz4Tvly5cjAxMckzj4aGhgDwzuLJyMgI5ubmai/6NKhUKkRGRiIkJCTPR6bt27cPcXFx0vPRq1evjitXrmDXrl34+eefoaenBy8vLzmbTUREREQ6okgK9JSUFLWryLGxsbh16xbKli2LjIwMzJ8/H//++y9Wr16NxYsXq607ZswYnDx5Ev3798c///yDK1euYNGiRXj06JHacp6enjh06BA2bdqkdl/72/r3749bt25h0KBBuHLlCn7//XdMmDABw4YNK1TRPHjwYOzevRuzZs3CtWvXsGDBghz3M4eFhWHVqlUIDw/HxYsXcfnyZaxfvx7jxo0r8H5yU65cOWzevBmxsbE4d+4cunbtWugr4127doUgCPj6669x6dIl7Ny5E7NmzXqvtrRp0wZff/01/vrrL5w7dw5fffUVSpUqhTZt2hR6ewAwadIkHDhwABcuXEBoaChsbGxyjK5e2DYU5PNq0KABTp06hVWrVuHatWuYMGGC2gjyxsbGGDVqFEaOHIlVq1YhPj4ex48fx/LlywEAdnZ2MDExwe7du3H//n2kpKS81/FT8bV//34kJiaiZ8+euc5PT0/HwIEDsWTJEun3kbOzM+bPn48ePXpgypQpWLly5Xv35uA9dCQH5ozkwJyRHJgz0kVFUqBHR0fDz89P7RUeHo7KlStjzpw5mD59Onx8fLBmzRpERESorevp6Ym9e/fi3LlzqFGjBgICAvD777/nevXJy8sLBw8exLp16zB8+PBc21KqVCns3LkTf//9NypXroy+ffuiV69ehS6aa9asiaVLl2Lu3LmoXLky9u7dm2MbTZs2xY4dO7B3715Ur14dNWvWxA8//AA3N7dC7ettc+bMQcmSJVGrVi20bt0aTZs2RdWqVQu1DaVSie3bt+P8+fPw8/PDd999h+nTp79XeyIjI+Hv749WrVohICAAoihi586dObrYF9S0adPwzTffwN/fH/fu3cP27dulq9Pv24aCfl7jx4/HyJEjUb16daSmpqJ79+5qy4wfPx7Dhw9HWFgYvL290alTJ+m+fn19fcybNw9LliyBk5NToU9Q8I9A8dekSROIoghPT89c55uYmODq1auoUqWK2vTevXvj3r17uHnzZr5d4/OjUCjg5ubG0WhJo5gzkgNzRnJgzkhXCaIu3dRNxVp0dDTq16+PJ0+ewNLSUtvNkc3Tp09hYWGBffv2QalUars5VAA1a9bUdhMKTRRFvHjxAsbGxjwZRBrDnJEcmDOSA3NGHyL7+31KSkqR387KU0ZERMWAKIq4f/++Tg2kScUPc0ZyYM5IDswZ6SoW6EREREREREQ6IPdhhok0IDAwkGcpiYiIiIiI8sAr6ERExcT7DtxIVBjMGcmBOSM5MGeki3gFnUgmHICENEmhUKBUqVLabgYVc8wZyYE5IzkwZ6SreAWdSCbs3k+aJIoiUlNTmTPSKOaM5MCckRyYM9JVLNCJiIoBURTx+PFjftEgjWLOSA7MGcmBOSNdxS7uRDKpVq3aJ/X8dyIiIiIiKhxeQSciIiIiIiLSASzQiYiKCRMTE203gT4BzBnJgTkjOTBnpIvYxZ1IJgoFz4eR5igUCtjb22u7GVTMMWckB+aM5MCcka5ixUAkEw5CQpokiiKSk5OZM9Io5ozkwJyRHJgz0lUs0Ilkwj8ApEn8okFyYM5IDswZyYE5I13FAp2IiIiIiIhIB7BAJyIiIiIiItIBLNCJiIoJpVKp7SbQJ4A5IzkwZyQH5ox0EUdxJ5IJR3EnTVIoFLCxsdF2M6iYY85IDswZyYE5I13FioFIJiqVSttNoGJMpVLh0aNHzBlpFHNGcmDOSA7MGekqFuhERMVEWlqatptAnwDmjOTAnJEcmDPSRSzQiYiIiIiIiHQAC3QiIiIiIiIiHcACnUgmgiBouwlUjAmCAEtLS+aMNIo5IzkwZyQH5ox0FUdxJ5IJ/wCQJmV/0SDSJOaM5MCckRyYM9JVvIJOJBOOEkqapFKpcP/+feaMNIo5IzkwZyQH5ox0FQt0IqJiIj09XdtNoE8Ac0ZyYM5IDswZ6SJ2cSeSyalTp6BUKrXdjI9GzZo1td0EIiIiIiJZ8Qo6ERERERERkQ5ggU5EVAwIggBra2sORkgaxZyRHJgzkgNzRrqKXdyJZMI/AKRJgiDAzMxM282gYo45IzkwZyQH5ox0Fa+gE8lEFEVtN4GKMZVKhTt37nA0WtIo5ozkwJyRHJgz0lUs0ImIiomMjAxtN4E+AcwZyYE5IzkwZ6SLWKATEREREdFHJzk5GYIgICEh4b3m64q2bdti4sSJuc6Ljo6GpaWlrO2R25o1a1CrVi1tN0Nn8B50IiIiIqJPkPvoPzS+j4RpLQu9Ts+ePREZGYlLly7B29tbA62iBg0a4NixY0hKSkLJkiWl6VFRUfjxxx8RGxub7/pF+RkFBwcjODj4ncsVtG2F4e7ujh9//BFt27Ytsm1+KF5BJ6JiY+LEiRAEQe1Vvnx5af6sWbNgZ2cHOzs7zJ49W23dEydOwN/fH5mZmXI3u0gIggB7e3sORkgaxZyRHJizT1tqaio2btwIKysrLF++XGP7EQQBVlZWn2TO/v33X0RHR6NEiRJYs2ZNodeX6zP6VH0yBbogCNi6datG9xEVFaXVLihyHGO20NDQQp9pyj5D9an6FP8AaEPFihVx9+5d6fXXX38BAP755x+EhYVh/fr1WLduHcaNG4fz588DADIzM9G3b18sXrwY+vofZ8ciQRBgYmLCnJFGMWckB+bs07ZhwwaYmppi+vTpWL16tdp94i9fvkS/fv1gZWWF0qVL47ffflNb913zQ0ND0atXLwQFBcHCwgIrV65EZmYmwsLC4OHhAWtra3zxxRdISkoC8HqA31GjRsHBwQHm5ubw9PTEjh07AABnzpxBzZo1YW5uDhsbG7Ru3Vraz4MHDxAcHAxHR0c4OTlhyJAhePnypTR/06ZNKFu2LCwsLPD1118X6OLA/Pnz4ejoCAcHB0yYMAGiKCIjIwP29vaIjo5WW9bb2xsbNmzIc1srVqxAlSpVMGjQoPcqsPP7jG7cuIFGjRrBwsICVlZWqF27Np4/fw4AmDNnDlxdXWFmZgZ3d3csW7YMwOsaqkqVKtI2clvu7Nmz6Nu3L86fPw+lUgmlUonExEScPXsWderUgZWVFWxtbdGlSxc8fvxY2lZgYCDGjBmDpk2bwszMDFWrVpW+/3Xs2BGJiYno0qULlEol+vbtW+j3QhO0UqCHhoZCEARMmzZNbfrWrVsL/ctYl4q+Tp06IS4uTuP7mThxolqItWHu3LmIiooq0m0mJCRAEIR3dluJjo6GIAhITk4u0v1rGkdxl4e+vj4cHBykl42NDQDgypUrqFSpEho0aICGDRuiUqVKuHLlCgBg5syZqFu3LqpXr67Npn8QlUqFmzdvcjRa0ijmjOTAnH3ali9fjuDgYHTu3BnPnj3D9u3bpXlTpkzBsWPHcOHCBZw9exabN29WW/dd8wFg3bp16NWrF/777z80btwYY8eORUxMDP766y/cvXsXnp6e6Ny5MwBg3759WLt2Lc6cOYOnT59i//798PT0BAAMHDgQrVu3RnJyMu7cuYNvv/0WwOvve1988QUcHBwQHx+P8+fP49y5c/j+++8BAHFxcejatSt++OEHPH78GP7+/ti9e3e+70lqairOnDmD+Ph4REdHY8WKFVi1ahUMDAzQrVs3te/kx44dw/379/O8kJaVlYWoqCiEhoaie/fuOHfuHM6cOZP/h/KW/D6j7777DmXLlsWjR49w//59zJw5E/r6+oiLi8O4ceOwd+9epKam4sSJE6hRo0aObee1nJ+fHxYvXgxfX1+kpaUhLS0Nrq6uUCgUmDZtGu7fv48LFy7gzp07GD16tNo2V69ejRkzZuDJkyeoVq0aBg0aBAD49ddf4erqinXr1iEtLQ2LFy8u1PugKVq7gm5sbIzp06fjyZMn2mpCkTMxMYGdnZ22m6FRWVlZUKlUsLCwKPYDVtDH6dq1a3ByckKZMmUQHByMxMREAICvry/i4uKQmJiImzdvIi4uDj4+PoiPj0dkZKT0h/NjxpNAJAfmjOTAnH2aLl26hOPHjyMkJARKpRLt2rVTu8K7Zs0ajB07Fk5OTrC0tMSECRPU1n/XfABo0qQJmjZtCoVCASMjIyxatAhz5syBo6MjDA0N8f333yMmJga3bt2CgYEBXrx4gYsXLyIjIwOurq5SgW5gYICbN28iKSkJRkZGqFu3LgDg1KlTuHbtGmbOnIkSJUrA2toaY8eOxdq1awG8vvrcsGFDtG7dGvr6+ujbty/KlSuX7/uiUqkwffp0lChRAuXLl8fAgQOxevVqAECvXr2wadMmpKWlAXh9Nbpr164wMjLKdVt79uzBgwcP0LVrV5QpUwa1a9cu1FX0d31GBgYGuHv3LhISEmBgYIBatWrB0NAQenp6EEURFy9eRHp6Ouzt7VGpUqUc2y/octkqV66MOnXqwMDAAPb29hg2bFiOHgVfffUVKleuDH19fYSEhOD06dMFPl5t0FqB3qhRIzg4OCAiIiLf5TZt2oSKFSvCyMgI7u7uaveNBgYG4ubNmxg6dKh0v2l+Hj16hHbt2qFEiRIoV64ctm3bJs3LyspCr169ULp0aZiYmMDLywtz586V5u/duxfGxsY5rtp+8803aNCgAYCcXdyzr3SvXr0a7u7usLCwQOfOnZGamiotk5qaiuDgYJiamsLR0RE//PADAgMDMWTIkFyPISoqCuHh4Th37px0zG+eNcvvGAHgwoULaN68OZRKJezt7dGtWzc8evQoz/cs+5i2bduGChUqwMjICImJiTm6uBf0OJ4/f46ePXvCzMwMrq6u+Pnnn6V5pUuXBgD4+flBEAQEBgbmaE9CQgLq168PAChZsiQEQUBoaCiA17+8IiIipM+wcuXKal2b3vUZA//fdX/q1Kmwt7eHpaUlJk2ahMzMTHz77bewsrKCs7MzIiMj83zPSHs+++wzREVFYffu3Vi0aBFu3LiBzz//HKmpqfD29sbUqVPRuHFjNGnSBBEREfD29kafPn0wY8YM7NmzBz4+PvDz88Phw4e1fShERESfnOXLl6Ny5cqoXLkyACAkJAR79uzBnTt3AABJSUlwc3OTln/z3wWZDwCurq7Sv//77z88e/YMdevWhaWlJSwtLeHg4ABDQ0PcunUL9evXR3h4OMaPHw8bGxu0b98eN27cAPC6m/iLFy/g7++P8uXLY8GCBQBef1dNTk6GlZWVtM0OHTrg/v37ubYxr3a+ydjYWO0ioJubm/SeeHt7w8fHB7/99htevHiBDRs2oGfPnnlua/ny5WjRooXUwzAkJARr167Fixcv8m3Dm+vn9xnNnDkTpUqVQqNGjeDu7o6JEydCpVLBw8MDK1euxIIFC2Bvb48mTZrk2mu2oMtlu379Otq0aQMnJyeYm5vjq6++ylHbODg4SP82NTWVTmboKq0V6Hp6epg6dSrmz5+P27dv57rM6dOnERQUhM6dO+P8+fOYOHEixo8fLxWkmzdvhrOzMyZNmiTdb5qf8PBwBAUF4Z9//kGLFi0QHByM//77D8Dr4s7Z2Rm//vorLl26hLCwMIwdOxYbN24EADRs2BCWlpbYtGmTtL2srCxs2LAh31EH4+PjsXXrVuzYsQM7duzAn3/+qda1f9iwYYiJicG2bduwb98+HDlyJN9uJp06dcLw4cPV7rPt1KlTgY4xOTkZDRo0gJ+fH06dOoXdu3fj/v37CAoKyvd9e/78OaZPn45ly5bh4sWLufYSKOhxzJ49G9WqVcPZs2fRv39/9OvXD1evXgUA/P333wCA/fv34+7du7l2S3JxcZE+g6tXr+Lu3btSkR0REYFVq1Zh8eLFuHjxIoYOHYqvvvoKf/75J4B3f8bZDh48iKSkJBw+fBhz5szBhAkT0KpVK5QsWRInTpxA37590adPnzxz+/LlSzx9+lTtRfJo3rw5OnbsiEqVKqFp06bYuXMnkpOTpc+4b9++uHr1Kq5evYq+ffti5cqVMDMzQ0BAAHr37o0tW7Zgzpw56Ny5s9q9YkRERKRZGRkZWL16NeLi4qTb1IKDg6Uu2QDg5OSEmzdvSutk95LL9q75AKBQ/H/5U7JkSZQoUQInTpxAcnKy9EpPT5ce+9W/f38cP34ciYmJMDIywuDBgwG8LiRXrVqFe/fuYdmyZRgxYgROnz4NFxcX2NnZqW0vJSVFKgrfbmNe7XzTixcv8ODBA7XlS5UqJf3cq1cvREVFYcuWLXBzc0PVqlVz3c7Dhw+xfft2HDhwQHqPR48ejeTkZLUaJy8F+Yzs7Ozw008/4ebNm9i+fTsWL16MLVu2AACCgoJw6NAh3L9/H5UrV0a3bt1y3U9ey7352WXr27cvSpUqhUuXLuHp06f45ZdfCtUDJ7dtaptWW9SuXTtUqVIl1+4nwOsBAho2bIjx48fD09MToaGhGDhwIGbOnAkAsLKygp6eHszMzKSQ5Cc0NBRdunRB2bJlMXXqVKSlpUlFoYGBAcLDw1GtWjWULl0awcHB6NGjh/TFXk9PD507d5a6pwDAgQMHkJycjPbt2+e5T5VKhaioKPj4+ODzzz9Ht27dcODAAQCvrzqvXLkSs2bNQsOGDeHj44PIyEhkZWXluT0TExMolUq1+2xNTEwKdIwLFiyAn58fpk6divLly8PPzw8rVqzAoUOH8r13PiMjAz/99BNq1aoFLy8vlChRQm1+YY6jRYsW6N+/P8qWLYtRo0bBxsYGhw4dAgDY2toCAKytreHg4AArK6sc6+vp6UnT7ezs4ODgAAsLC7x8+RJTp07FihUr0LRpU5QpUwahoaH46quvsGTJEgDv/oyzWVlZYd68efDy8kLPnj3h5eWF58+fY+zYsShXrhzGjBkDQ0NDafCxt0VERMDCwkJ6ubi45PnekmZZWlrC09MT169fzzHv0aNHCA8Px/z583HixAl4enqiXLlyqF+/PjIyMmQZT6IoCYIAJycnDqpEGsWckRyYs0/Ttm3b8PTpU5w5cwaxsbGIjY3FuXPnMH78eKxYsQKiKKJLly6YNm0akpKSkJycjEmTJqlt413z3yQIApydndGnTx8MHz4ct27dAgA8fvxYGmDt5MmTOHr0KF69egUTExOYmppKg8muWrUK9+/fhyAIsLS0hEKhgJ6eHqpXrw4XFxeMGzcOqampEEURN2/exK5duwC8Lj4PHDiAP/74A5mZmVi6dOk7v3MoFAqMGTMG6enpuHr1KhYuXKh2gbBTp044ffo0pk2blu/V81WrVsHKygpXrlyR3uMLFy4gNDS0QN3cC/IZbdy4EYmJiRBFEZaWltDT04O+vj6uXr2Kffv2IT09HYaGhlI987b8lrO3t8fdu3eRnp4uLf/06VOYmZnB3Nwct27dkurEgrK3t0d8fHyh1tE0rZ8ymD59OlauXInLly/nmHf58mXUrl1bbVrt2rVx7dq1fIvYvLx5/4KpqSnMzc3VzkYtXLgQ/v7+sLW1hVKpxM8//6x2Ris4OBjR0dHSyI5r1qxBy5Yt870X293dHWZmZtLPjo6O0j7//fdfZGRkqA2QYGFhAS8vr0IfW0GO8dy5czh06JA08qFSqZQeQZVfMA0NDfO996Mwx/HmdgRBgIODg9pn8L6uX7+O58+fo3HjxmrHt2rVKrVje9dnDLweBfzNs2n29vbw9fWVftbT04O1tXWe7R4zZgxSUlKkV/YvfH7RkF9aWhri4+Ph6OiYY97QoUMxdOhQODs7IysrS20E0szMzPf6HaNNgiBAX1+fOSONYs5IDszZp2n58uXo0qULypcvrzbY6+DBg5GUlIRDhw5h3LhxqFatGnx8fFClSpUcA6G9a/6bsnM2bdo0BAQEoEGDBjAzM4O/vz/27t0L4HXx179/f+niUVJSktRzc//+/ahcuTKUSiXatGmDmTNnokqVKtDT08OOHTtw584deHt7w8LCAi1btpQuFnh5eWH16tUYPHgwrK2tceLECTRr1izf98bMzAxVqlRBmTJlULduXXTv3h0hISFq8zt27IgrV67k27N3+fLl6NevH0qVKqX2Hg8fPhzR0dHvLFQL8hmdPn0atWrVglKpREBAAHr16oUvvvgCr169wvjx42Fvbw9ra2scPHgw1wGn81uuQYMGqFmzJkqVKgVLS0skJiZizpw52LFjB8zNzdGmTZt8L5zmZuzYsViwYAEsLS3Rv3//Qq2rKVp/nlDdunXRtGlTjBkzRrqXWFMMDAzUfhYEQRohdP369RgxYgRmz56NgIAAmJmZYebMmThx4oS0fPXq1eHh4YH169ejX79+2LJlyztHMs9vn5qQ3/7S0tLQunVrTJ8+Pcd6uRUw2YryUSeaej+yuw398ccfal1+AEiDZBTkM86rjYVpt5GRUa4Dc3DAG80bMWIEWrduDTc3NyQlJWHChAnQ09NDly5d1Jbbt28f4uLisHLlSgCv/9++cuUKdu3ahVu3bkFPT++DTpRpg0qlQmJiojSiKZEmMGckB+ZMPgnTWmq7CZKdO3fmOt3GxkbtiunPP/+sNoZR7969pX8bGxvnO//N7+1v5mzcuHEYN25cjn03bNgwz/ufV61aleex2NnZ5TteUVBQ0DtvMc0WGBgojYGVPfp4btzd3dG6dWvp3vLcXLp0KdfpPj4+0vdaDw+PPGuygnxGDRo0yLXW8PX1xfHjx3NdPzQ0VNpnfssZGBjg999/V5vm6uqKixcvqk0bNmyY9O+3B4yrUqWK2nfy1q1bqz0iTxdovUAHgGnTpqFKlSo5vhB7e3sjJiZGbVpMTAw8PT2hp6cH4PXV3aK40hUTE4NatWqpnTnJ7SxScHAw1qxZA2dnZygUCrRs+f6/2MqUKQMDAwOcPHlSGrAiJSUFcXFx0kiQuXnfY65atSo2bdoEd3f3In3W8/sex9sMDQ0B4J3Hlttybw5gV69evVzXK+hnTB+v27dvS8+/tLW1RZ06dXD8+HHp9gkASE9Px8CBA7Fhwwbpi5+zszPmz5+PHj16wMjICCtXrlS7dYSIiIhIVz18+BBLly4t8kcgk3boxGlJX19fBAcHY968eWrThw8fjgMHDmDy5MnS1a4FCxZgxIgR0jLu7u44fPgw7ty5k+9o5O9Srlw5nDp1Cnv27EFcXBzGjx+PkydP5lguODgYZ86cwZQpU9ChQ4c8H2FQEGZmZggJCcG3336LQ4cO4eLFi+jVqxcUCkW+V6zd3d1x48YNxMbG4tGjRwUezGrAgAH477//0KVLF5w8eRLx8fHYs2cPevTo8UEnOd73ON5mZ2cHExMTafC6lJSUXJdzc3ODIAjYsWMHHj58iLS0NJiZmWHEiBEYOnQoVq5cifj4eJw5cwbz58+XrpIW9DOmj9f69euRlJSEly9f4vbt21i/fj08PDzUljExMcHVq1dRpUoVtem9e/fGvXv3cPPmzQ868UZEREQklylTpsDd3R0tW7ZEw4YNtd0cKgI6UaADwKRJk3J0Ga5atSo2btyI9evXw8fHB2FhYZg0aZJat4tJkyYhISEBHh4ealfJCqtPnz748ssv0alTJ3z22Wd4/PhxrvchlC1bFjVq1MA///yT7z0eBTVnzhwEBASgVatWaNSoEWrXrg1vb28YGxvnuU779u3RrFkz1K9fH7a2tli3bl2B9uXk5ISYmBhkZWWhSZMm8PX1xZAhQ6SBLeQ+jrfp6+tj3rx5WLJkCZycnNCmTZtclytVqhTCw8MxevRo2NvbY+DAgQCAyZMnY/z48dLjs5o1a4Y//vhDenxbQT9jIiIiIqKPwXfffYdnz55h8eLF2m4KFRFB5I2xOuXZs2coVaoUZs+ejV69emm7Oe+tuBxHUXj69CksLCywf/9+mJqaars5H42aNWtquwkfHZVKxfs1SeOYM5IDc0ZyYM7ofWV/v09JSYG5uXmRblsn7kH/lJ09exZXrlxBjRo1kJKSIj0OIq+rx7qquByHJvFcGGmSKIrIzMyEgYEBRz4mjWHOSA7MGcmBOSNdxVNGOmDWrFmoXLkyGjVqhGfPnuHIkSP5jsCoq4rLcRB9jERRRFJSEk8EkUYxZyQH5ozkwJyRruIVdC3z8/PD6dOntd2MD1ZcjoOIiIiIiEhbeAWdiIiIiIiISAewQCciKiZ4Dx3JgTkjOTBnVBgJCQkQBAHJycmFWq+wOVu6dCkcHR2hVCpx9uzZQq1LVFDs4k4kE37ZIE1SKBRwc3PTdjOomGPOSA7MmXyOHz+u8X0U9qks+/fvR3h4OM6ePQs9PT3UqlULU6ZMQdWqVaVlBEHA2bNnUaVKlfduV2FzlpGRgcGDB2Pv3r34/PPP33u/wOsTCqVLl8aTJ09gaWn5Qdui4odX0IlkwkFISJNEUUR6ejpzRhrFnJEcmLNP17Zt29C2bVt0794dd+/eRUJCAurWrYu6devi1KlTRbqv/HKWkZGRY9q9e/fw4sUL+Pr6Fmk73ldubaTigc9BJ9Kw7Ock8iwpaZJKpUJiYiJcXV35TFfSGOaM5MCcyUeXrqCLoogyZcqgV69eGDdunNq8Xr16IT4+HtHR0ahRowZOnjwJExMTKBQKjB07Fl27dkXp0qWxatUqhIeH49GjR2jbti2WLl0KAwMDAMCZM2cwfPhwnDt3DlZWVvj222/RtGlTuLq6YtKkSTh16hRcXFywYcMG9OjRA7Nnz5b2f/bsWdSpUwfPnz+Hqakp7O3tER8fjzlz5mDRokW4d+8e7OzsMHToUAwcOFBa79q1axg+fDiOHTuGrKwsBAYGYvPmzbCzs8PDhw9hamoKAFiyZAmCg4Oxd+9ejBo1Cv/++y88PDwwY8YMNGrUCAAQGhoKPT09pKamYvfu3ZgyZQpq166N/v3749KlSzA0NERAQAC2b9/+QZ8XFQyfg05ERERERMVWXFwcEhIS0LVr1xzzunbtiqZNmyI9PR1///03BEHA0aNHpS7uCQkJAIBdu3bh7NmzSE1NxWeffYY1a9YgNDQU9+7dQ+PGjbFo0SK0b98ely9fRpMmTaBUKuHq6goA2L17N5YtW4b58+fj1atXavv38/PDxYsXUbp0ady+fVu64OLm5oaDBw/C2dkZ0dHRaNGiBfz8/FC7dm08e/YMjRo1QnBwMNatWwcDAwPExMQAAP7+++8c27p+/TratGmDNWvW4IsvvsDWrVvxxRdfSPsFgHXr1mHLli1Yv349Xrx4gUaNGqF169Y4evQoMjIycOLEiSL+VEgbeFqSiIiIiIi06tGjRwAAJyenHPOcnJyQlZWF//77L99thIWFwczMDE5OTmjWrJn0CODVq1ejbt26CAoKgp6eHnx8fBAaGopt27ZJ62ZP09fXR4kSJQrU5vbt28PFxQWCIKB+/fpo2rQpoqOjAQA7duyAgYEBpkyZAlNTUxgaGqJ+/fp5bmvDhg0IDAzEl19+CX19fXTo0AF16tTBunXrpGWaNGmCpk2bQqFQoESJEjAwMMDNmzeRlJQEIyMj1K1bt0DtJt3GAp2IqJjI7sZHpEnMGcmBOfv02NjYAACSkpJyzEtKSoKenh6srKzy3YaDg4P0b1NTU6SmpgJ4fYV9586dsLS0lF7z58/Hw4cPpeWzr6QXxpo1a1C1alVYWVnB0tISO3fulE403Lx5Ex4eHgUeJPj27dtwd3dXm1amTBncvn07zzauWLECL168gL+/P8qXL48FCxYU+hhI97BAJ5IJ76MjTVIoFChVqhRzRhrFnJEcmLNPk6enJ9zc3NSuGGdbt24dateuDRMTEwCFfzKOi4sL2rVrh+TkZOmVmpqKgwcPSjkrbN4SExMREhKCGTNm4MGDB0hOTkaLFi2kQefc3NwQHx+f6yB0ue3L2dlZ6qqfLSEhAc7Oznmu5+HhgVWrVuHevXtYtmwZRowYIfUaoI8Xf/MRyYTjMZImiaKI1NRU5ow0ijkjOTBnnyZBEPDDDz8gIiICy5cvR1paGpKTkzF9+nSsX78eM2bMkJbNHqStoLp164aDBw9i06ZNyMjIQEZGBs6ePYvo6Oj3zllaWhpEUYSdnR0UCgV27tyJvXv3SvNbtmyJly9fIiwsDM+ePcOrV69w6NAhAICtrS0UCoXaMXTq1AnR0dH4/fffkZmZic2bN+Pw4cPo3Llznm1YtWoV7t+/D0EQYGlpCYVCAT09vfc6HtIdLNCJZMIvGqRJoiji8ePHzBlpFHNGcmDOPl3t2rXDpk2bEBkZCQcHB7i6uuLgwYM4dOgQPvvsM2m5yZMnY/DgwShZsiSmTZv2zu2WKlUKe/bswZIlS+Do6Ah7e3sMHDgQd+7cee+cVahQAd999x0aNGgAa2trbNiwAV988YU0X6lUYv/+/Th9+jRcXV3h6OiIhQsXAgBMTEwwYcIENG/eHJaWlli7di3Kli2LzZs3Y8KECbCyssKkSZOwZcsWlClTJs827N+/H5UrV4ZSqUSbNm0wc+bMD3o2POkGPmaNSMP4mDWSAx9LRHJgzkgOzBnJgTmjD6HJx6wxjUREREREREQ6gAU6EVExkT14DpEmMWckB+aM5MCckS7S13YDiD4V7D5FmqRQKGBvb6/tZlAxx5yRHJgzkgNzRrqKFQORTDjcA2mSKIpITk5mzkijmDOSA3NGcmDOSFexQCeSCf8AkCbxiwbJgTkjOTBnJAfmjHQVC3QiIiIiIiIiHcACnYiIiIiIiEgHsEAnIiomlEqltptAnwDmjOTAnJEcmDPSRRzFnUgmHMWdNEmhUMDGxkbbzaBijjkjOTBnJAfmjHQVKwYimahUKm03gYoxlUqFR48eMWekUcwZyYE5IzkwZ6SrWKATERUTaWlp2m4CfQKYM5IDc0ZyYM5IF7FAJyIiIiIiItIBvAedSMOyn6/59OlT3odOGqNSqZCamsqckUYxZyQH5ozkwJzRh3j69CmA//+eX5RYoBNp2OPHjwEAbm5uWm4JEREREREVldTUVFhYWBTpNlmgE2mYlZUVACAxMbHI/wcmyvb06VO4uLjg1q1bMDc313ZzqJhizkgOzBnJgTmjDyGKIlJTU+Hk5FTk22aBTqRh2d2mLCws+AeANM7c3Jw5I41jzkgOzBnJgTmj96WpC2+84YKIiIiIiIhIB7BAJyIiIiIiItIBLNCJNMzIyAgTJkyAkZGRtptCxRhzRnJgzkgOzBnJgTkjXSWImhgbnoiIiIiIiIgKhVfQiYiIiIiIiHQAC3QiIiIiIiIiHcACnYiIiIiIiEgHsEAnIiIiIiIi0gEs0Ik0aOHChXB3d4exsTE+++wz/P3339puEn3kDh8+jNatW8PJyQmCIGDr1q1q80VRRFhYGBwdHWFiYoJGjRrh2rVr2mksfZQiIiJQvXp1mJmZwc7ODm3btsXVq1fVlmHO6EMtWrQIlSpVgrm5OczNzREQEIBdu3ZJ85kx0oRp06ZBEAQMGTJEmsaska5hgU6kIRs2bMCwYcMwYcIEnDlzBpUrV0bTpk3x4MEDbTeNPmLPnj1D5cqVsXDhwlznz5gxA/PmzcPixYtx4sQJmJqaomnTpnjx4oXMLaWP1Z9//okBAwbg+PHj2LdvHzIyMtCkSRM8e/ZMWoY5ow/l7OyMadOm4fTp0zh16hQaNGiANm3a4OLFiwCYMSp6J0+exJIlS1CpUiW16cwa6RyRiDSiRo0a4oABA6Sfs7KyRCcnJzEiIkKLraLiBIC4ZcsW6WeVSiU6ODiIM2fOlKYlJyeLRkZG4rp167TQQioOHjx4IAIQ//zzT1EUmTPSnJIlS4rLli1jxqjIpaamiuXKlRP37dsn1qtXT/zmm29EUeTvM9JNvIJOpAGvXr3C6dOn0ahRI2maQqFAo0aNcOzYMS22jIqzGzdu4N69e2q5s7CwwGeffcbc0XtLSUkBAFhZWQFgzqjoZWVlYf369Xj27BkCAgKYMSpyAwYMQMuWLdUyBfD3GekmfW03gKg4evToEbKysmBvb6823d7eHleuXNFSq6i4u3fvHgDkmrvseUSFoVKpMGTIENSuXRs+Pj4AmDMqOufPn0dAQABevHgBpVKJLVu2oEKFCjh69CgAZoyKxvr163HmzBmcPHkyxzz+PiNdxAKdiIiIcjVgwABcuHABf/31l7abQsWQl5cXYmNjkZKSgt9++w0hISH4888/td0sKkZu3bqFb775Bvv27YOxsbG2m0NUIOziTqQBNjY20NPTw/3799Wm379/Hw4ODlpqFRV32dli7qgoDBw4EDt27MChQ4fg7OwsTWfOqKgYGhqibNmy8Pf3R0REBCpXroy5c+cyY1RkTp8+jQcPHqBq1arQ19eHvr4+/vzzT8ybNw/6+vrSlXNmjXQJC3QiDTA0NIS/vz8OHDggTVOpVDhw4AACAgK02DIqzkqXLg0HBwe13D19+hQnTpxg7qjARFHEwIEDsWXLFhw8eBClS5dWm8+ckaaoVCq8fPmSGaMi07BhQ5w/fx6xsbHSq1q1aggODkZsbCzKlCnDrJHOYRd3Ig0ZNmwYQkJCUK1aNdSoUQM//vgjnj17hh49emi7afQRS0tLw/Xr16Wfb9y4gdjYWFhZWcHV1RVDhgzB999/j3LlyqF06dIYP348nJyc0LZtW+01mj4qAwYMwNq1a/H777/DzMxMug/TwsICJiYm0jOEmTP6EGPGjEHz5s3h6uqK1NRUrF27FtHR0dizZw8zRkXGzMxMGj8jm6mpKaytraXpzBrpGhboRBrSqVMnPHz4EGFhYbh37x6qVKmC3bt35xiIhKgwTp06hfr160s/Dxs2DAAQEhKCqKgojBw5Es+ePcP//vc/JCcno06dOti9ezfvvaMCW7RoEQAgMDBQbXpkZCRCQ0MBgDmjD/bgwQN0794dd+/ehYWFBSpVqoQ9e/agcePGAJgxkg+zRrpGEEVR1HYjiIiIiIiIiD51vAediIiIiIiISAewQCciIiIiIiLSASzQiYiIiIiIiHQAC3QiIiIiIiIiHcACnYiIiIiIiEgHsEAnIiIiIiIi0gEs0ImIiIiIiIh0AAt0IiIiIiIiIh3AAp2IiIiIiIhIB7BAJyIiIiIiItIBLNCJiIiIiIiIdAALdCIiIiIiIiIdwAKdiIiIiIiISAewQCciIiIiIiLSASzQiYiIiIiIiHQAC3QiIiIiIiIiHcACnYiIiKiI7d69G1WqVIGxsTEEQUBycrJG9xcdHQ1BEBAdHS1NCw0Nhbu7u0b3qykqlQo+Pj6YMmVKkW2zZs2aGDlyZJFtj4hIE1igExER6bCoqCgIgiC9jI2N4enpiYEDB+L+/fvabt4Hu3TpEiZOnIiEhARtN6XIPH78GEFBQTAxMcHChQuxevVqmJqa5rrs25/vm6/Ro0fL3HLdsW7dOty6dQsDBw6Upt25cwctW7aEubk5KlSogO3bt+dYb/PmzbCzs0NKSkqOeaNGjcLChQtx7949jbadiOhD6Gu7AURERPRukyZNQunSpfHixQv89ddfWLRoEXbu3IkLFy6gRIkS2m7ee7t06RLCw8MRGBj40V7tfdvJkyeRmpqKyZMno1GjRgVaJ/vzfZOPj0+B91m3bl2kp6fD0NCwUG3VVTNnzkTnzp1hYWEhTQsJCcGdO3cwffp0xMTEoGPHjrhy5YqUmxcvXmDEiBH4/vvv1dbL1qZNG5ibm+Onn37CpEmT5DoUIqJCYYFORET0EWjevDmqVasGAOjduzesra0xZ84c/P777+jSpcsHbfv58+cfdZGvax48eAAAsLS0LPA6b36+70OhUMDY2Pi91y+IZ8+e5dkToCidPXsW586dw+zZs6Vp6enpOHjwIKKjo1G3bl307dsXR48exZ49e9CnTx8AwKxZs2BhYYHevXvnul2FQoEOHTpg1apVCA8PhyAIGj8WIqLCYhd3IiKij1CDBg0AADdu3JCm/fLLL/D394eJiQmsrKzQuXNn3Lp1S229wMBA+Pj44PTp06hbty5KlCiBsWPHAnh9BXLixInw9PSEsbExHB0d8eWXXyI+Pl5aX6VS4ccff0TFihVhbGwMe3t79OnTB0+ePFHbj7u7O1q1aoW//voLNWrUgLGxMcqUKYNVq1ZJy0RFRaFjx44AgPr160tdu7Pvo/7999/RsmVLODk5wcjICB4eHpg8eTKysrJyvB8LFy5EmTJlYGJigho1auDIkSMIDAxEYGCg2nIvX77EhAkTULZsWRgZGcHFxQUjR47Ey5cvC/S+//rrr9J7bGNjg6+++gp37txRe39DQkIAANWrV4cgCAgNDS3QtnNz8+ZN9O/fH15eXjAxMYG1tTU6duyY45aA3O5Bf1teyyQkJEAQBERFRUnTQkNDoVQqER8fjxYtWsDMzAzBwcEACp6BU6dOoWnTprCxsYGJiQlKly6Nnj17vvOYt27dCkNDQ9StW1ea9uLFC4iiiJIlSwIABEGApaUlnj9/DuB19/dp06Zh7ty5UCjy/nrbuHFj3Lx5E7Gxse9sBxGRNvAKOhER0Ucou2i2trYGAEyZMgXjx49HUFAQevfujYcPH2L+/PmoW7cuzp49q3Y19/Hjx2jevDk6d+6Mr776Cvb29sjKykKrVq1w4MABdO7cGd988w1SU1Oxb98+XLhwAR4eHgCAPn36ICoqCj169MDgwYNx48YNLFiwAGfPnkVMTAwMDAyk/Vy/fh0dOnRAr169EBISghUrViA0NBT+/v6oWLEi6tati8GDB2PevHkYO3YsvL29AUD6b1RUFJRKJYYNGwalUomDBw8iLCwMT58+xcyZM6X9LFq0CAMHDsTnn3+OoUOHIiEhAW3btkXJkiXh7OwsLadSqfDFF1/gr7/+wv/+9z94e3vj/Pnz+OGHHxAXF4etW7fm+55nH3f16tURERGB+/fvY+7cuYiJiZHe4++++w5eXl74+eefpW7r2e9dflJSUvDo0SO1aTY2Njh58iSOHj2Kzp07w9nZGQkJCVi0aBECAwNx6dIljfZ8yMzMRNOmTVGnTh3MmjVL2ldBMvDgwQM0adIEtra2GD16NCwtLZGQkIDNmze/c79Hjx6Fj4+PWpZKliwJDw8PTJ06FVOnTsXRo0cRGxuL+fPnAwBGjhyJ5s2bqxX1ufH39wcAxMTEwM/P733fGiIizRGJiIhIZ0VGRooAxP3794sPHz4Ub926Ja5fv160trYWTUxMxNu3b4sJCQminp6eOGXKFLV1z58/L+rr66tNr1evnghAXLx4sdqyK1asEAGIc+bMydEGlUoliqIoHjlyRAQgrlmzRm3+7t27c0x3c3MTAYiHDx+Wpj148EA0MjIShw8fLk379ddfRQDioUOHcuz3+fPnOab16dNHLFGihPjixQtRFEXx5cuXorW1tVi9enUxIyNDWi4qKkoEINarV0+atnr1alGhUIhHjhxR2+bixYtFAGJMTEyO/WV79eqVaGdnJ/r4+Ijp6enS9B07dogAxLCwMGla9md28uTJPLf39rK5vfJ6D44dOyYCEFetWiVNO3ToUI73MSQkRHRzc8t3GVEUxRs3bogAxMjISLV1AYijR49WW7agGdiyZUuB34O3OTs7i+3bt88x/cCBA2LJkiWl92fIkCGiKIpiTEyMaGJiIiYkJBRo+4aGhmK/fv0K3S4iIjmwizsREdFHoFGjRrC1tYWLiws6d+4MpVKJLVu2oFSpUti8eTNUKhWCgoLw6NEj6eXg4IBy5crh0KFDatsyMjJCjx491KZt2rQJNjY2GDRoUI59Z9+r++uvv8LCwgKNGzdW24+/vz+USmWO/VSoUAGff/659LOtrS28vLzw77//FuiYTUxMpH+npqbi0aNH+Pzzz/H8+XNcuXIFwOtu1I8fP8bXX38Nff3/7xgYHBwsdYfO9uuvv8Lb2xvly5dXa3/27QJvt/9Np06dwoMHD9C/f3+1e71btmyJ8uXL448//ijQMeVl4cKF2Ldvn9rr7fcgIyMDjx8/RtmyZWFpaYkzZ8580D4Lol+/fmo/FzQD2T02duzYgYyMjELt8/Hjxzk+O+D1bR2JiYk4fvw4EhMT8cMPP0ClUmHw4MEYPnw43NzcsGjRIpQvXx5eXl5YvHhxrtsvWbJkjt4KRES6gl3ciYiIPgILFy6Ep6cn9PX1YW9vDy8vL+le22vXrkEURZQrVy7Xdd/sKgwApUqVyjHad3x8PLy8vNSK3Lddu3YNKSkpsLOzy3V+9uBo2VxdXXMsU7JkyRz3Kufl4sWLGDduHA4ePIinT5+qzct+jNbNmzcBAGXLllWbr6+vn2NU+GvXruHy5cuwtbUtUPvflL0fLy+vHPPKly+Pv/76K/+DeYcaNWrkOkhceno6IiIiEBkZiTt37kAURWlebo8SK0r6+vpqtwgABc9AvXr10L59e4SHh+OHH35AYGAg2rZti65du8LIyOid+37zON+kVCrx2WefST9HRkbi3r17GD16NPbv349vv/0Wv/zyCwRBQNeuXeHl5YX69evn2DYHiCMiXcUCnYiI6COQVwEHvL63WhAE7Nq1C3p6ejnmK5VKtZ/fvCpbGCqVCnZ2dlizZk2u898ufHNrC5B38fWm5ORk1KtXD+bm5pg0aRI8PDxgbGyMM2fOYNSoUVCpVO/Vfl9fX8yZMyfX+S4uLoXepqYNGjQIkZGRGDJkCAICAmBhYQFBENC5c+dCvwd5FaW5DboHvO5p8faAawXNgCAI+O2333D8+HFs374de/bsQc+ePTF79mwcP348RybfZG1tXaCTOE+fPsV3332HWbNmwdTUFOvWrUOHDh3Qtm1bAECHDh2wZs2aHAV6cnIybGxs3rl9IiJtYIFORET0kfPw8IAoiihdujQ8PT3fexsnTpxARkZGjivuby6zf/9+1K5d+72L/LflVTRGR0fj8ePH2Lx5s9rAX2+OWg8Abm5uAF4PSPdmIZaZmYmEhARUqlRJrf3nzp1Dw4YNC30FNXs/V69elbrEZ7t69ao0v6j99ttvCAkJUXvk2IsXL5CcnFzobWV3G3973ezeAQVR2AzUrFkTNWvWxJQpU7B27VoEBwdj/fr1eT4KDXjdI+Htzzk32YPwZY8un5SUpDbwm5OTU47R2u/cuYNXr15JAxESEeka3oNORET0kfvyyy+hp6eH8PDwHFenRVHE48eP37mN9u3b49GjR1iwYEGOednbDAoKQlZWFiZPnpxjmczMzPcqGrOfq/32utlX3988nlevXuGnn35SW65atWqwtrbG0qVLkZmZKU1fs2ZNjquwQUFBuHPnDpYuXZqjHenp6Xj27Fme7axWrRrs7OywePFitUey7dq1C5cvX0bLli3fcaTvR09PL8dnOn/+/DyveufHzc0Nenp6OHz4sNr0t9/T/BQ0A0+ePMnR7ipVqgDAOx9pFxAQgAsXLuS7XFxcHBYsWIC5c+dKJ1vs7e2lsQkA4PLly3BwcFBb7/Tp0wCAWrVq5dsGIiJt4RV0IiKij5yHhwe+//57jBkzRnrEmJmZGW7cuIEtW7bgf//7H0aMGJHvNrp3745Vq1Zh2LBh+Pvvv/H555/j2bNn2L9/P/r37482bdqgXr166NOnDyIiIhAbG4smTZrAwMAA165dw6+//oq5c+eiQ4cOhWp7lSpVoKenh+nTpyMlJQVGRkZo0KABatWqhZIlSyIkJASDBw+GIAhYvXp1jqLP0NAQEydOxKBBg9CgQQMEBQUhISEBUVFR8PDwULtS3q1bN2zcuBF9+/bFoUOHULt2bWRlZeHKlSvYuHEj9uzZk+dtBAYGBpg+fTp69OiBevXqoUuXLtJj1tzd3TF06NBCHXdBtWrVCqtXr4aFhQUqVKiAY8eOYf/+/dLj9QrDwsICHTt2xPz58yEIAjw8PLBjx458771/W0EzsHLlSvz0009o164dPDw8kJqaiqVLl8Lc3BwtWrTIdx9t2rTB5MmT8eeff6JJkya5LjN06FB06tQJNWrUkKZ16NABbdq0wdixYwEA27dvx44dO9TW27dvH1xdXfmINSLSXVoZO56IiIgKpDCP7Nq0aZNYp04d0dTUVDQ1NRXLly8vDhgwQLx69aq0TL169cSKFSvmuv7z58/F7777TixdurRoYGAgOjg4iB06dBDj4+PVlvv5559Ff39/0cTERDQzMxN9fX3FkSNHiklJSdIybm5uYsuWLXPso169emqPPhNFUVy6dKlYpkwZUU9PT+0xYDExMWLNmjVFExMT0cnJSRw5cqS4Z8+eXB8VNm/ePNHNzU00MjISa9SoIcbExIj+/v5is2bN1JZ79eqVOH36dLFixYqikZGRWLJkSdHf318MDw8XU1JS3vUWixs2bBD9/PxEIyMj0crKSgwODhZv376ttsz7PGYtr2WfPHki9ujRQ7SxsRGVSqXYtGlT8cqVK6Kbm5sYEhIiLVeQx6yJoig+fPhQbN++vViiRAmxZMmSYp8+fcQLFy7k+pg1U1PTPNv9rgycOXNG7NKli+jq6ioaGRmJdnZ2YqtWrcRTp0698z0RRVGsVKmS2KtXr1zn/fHHH6JSqVTLW7aIiAjRyclJdHR0FKdPn642LysrS3R0dBTHjRtXoDYQEWmDIIoFGKmFiIiI6COiUqlga2uLL7/8Mtcu7aTbVq9ejQEDBiAxMVF6ZNuH2rp1K7p27Yr4+Hg4OjoWyTaJiIoa70EnIiKij9qLFy9ydH1ftWoV/vvvPwQGBmqnUfRBgoOD4erqioULFxbZNqdPn46BAweyOCcincYr6ERERPRRi46OxtChQ9GxY0dYW1vjzJkzWL58Oby9vXH69Okcz3wnIiLSVRwkjoiIiD5q7u7ucHFxwbx58/Dff//BysoK3bt3x7Rp01icExHRR4VX0ImIiIiIiIh0AO9BJyIiIiIiItIBLNCJiIiIiIiIdAALdCIiIiIiIiIdwAKdiIiIiIiISAewQCciIiIiIiLSASzQiYiIiIiIiHQAC3QiIiIiIiIiHcACnYiIiIiIiEgHsEAnIiIiIiIi0gEs0ImIiIiIiIh0AAt0IiIiIiIiIh3AAp2IiIiIiIhIB7BAJyIiIiIiItIBLNCJiIiIiIiIdMD/Abp6gFI1hfgD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678" name="AutoShape 6" descr="data:image/png;charset=utf-8;base64,iVBORw0KGgoAAAANSUhEUgAAA+gAAAJYCAYAAADxHswlAAAAOXRFWHRTb2Z0d2FyZQBNYXRwbG90bGliIHZlcnNpb24zLjguNCwgaHR0cHM6Ly9tYXRwbG90bGliLm9yZy8fJSN1AAAACXBIWXMAAA9hAAAPYQGoP6dpAADqBklEQVR4nOzdeVxO6f8/8Ne527SnpETJVooWVIMMWWayNRifaSyD0Ni3sY4xyDb2nWHGboaxMxiMrcbI2CKMydZIlqYIJUJ1n98ffp1vt3Y6577l9Xw87gfdZ7vO6VXd73Oucx1BFEURRERERERERKRVKm03gIiIiIiIiIhYoBMRERERERHpBBboRERERERERDqABToRERERERGRDmCBTkRERERERKQDWKATERERERER6QAW6EREREREREQ6gAU6ERERERERkQ5ggU5ERERERESkA1igExEREREREekAFuhEREREREREOoAFOhEREREREZEOYIFOREREREREpANYoBMRERERERHpABboREREVKqEhIRAEAQIgoCAgACNadnvC4KAtWvXaqV9VDp9/fXXUra2bt2q7eYoYuDAgdI+HzhwQNvNISoVWKATEVGJiIiIKLD4efToEfz8/KTpKpUKy5Yt005j83Hnzh0MGzYMtWrVgqmpKYyMjGBvbw8PDw98/vnnmD59Oh49eqSxTFhYmLRPzs7Oird57dq1Gsdd1wUEBGi0N79XXFyctpuq03KehMj5MjIygoODAwIDA7FmzRqo1WptN/W9cO/ePSxatAgAUK1aNXTs2FGa9vDhQ6xZswY9evSAt7c37O3tYWBgAGtrazRq1AiLFy/Gy5cv8133oUOH8Mknn6B8+fIwNDRExYoV0alTJ5w9ezbXvJmZmdi5cyeGDh2K+vXrw8nJCWXKlIGZmRk8PT0xZswYJCUl5Vru7t27WLZsGTp16gQPDw/Y2trCwMAAtra2aNGiBdavXw9RFHMtN3z4cOjp6QEAvvnmmzznIaJiEomIiEpAeHi4CEB6rVmzRpqWlJQkenl5SdNUKpW4evVq7TU2D1FRUaKlpaXGPuT1On/+vMZyEydOlKZVrlxZ8XavWbNGo326rkmTJoUeYwDizZs333gb+/fvF2fPni3Onj1b3LRpk8a0/DL6runRo0eRjmOXLl203dT3wuDBg6VjPn/+fI1pv/zyS6HfJz8/P/HJkye51jt+/Ph8l1GpVOKKFSs05k9ISCh0W7a2tuLff/+tsdz06dMLXS4oKEjMzMzM1cZPPvlEmmf79u1vfzCJ3nP6b1zZExERFcF///2H5s2b459//gEA6OnpYf369ejSpYuWW6ZpwIABSElJAQCYmpri888/R9WqVZGRkYHr16/jzz//xO3bt7Xcyv+TmpoKCwsLbTfjrZQtWxbffPNNntOsra3feL0tW7ZEy5Yt33j5kvTkyROYm5vLvp3Zs2dDrVbj1q1b+Omnn/DkyRMAwMaNGzFmzBh4enrK3ob3VXp6OtavXw8AUKlUCA4OznO+smXLolWrVnBzc0NiYiJ++ukn6XfO6dOnMWPGDEydOlWaf8+ePZgyZYr0dcuWLdGoUSP89ttv+Ouvv6BWq9G/f3/4+PjA29tbY1sGBgZo0aIFfH19kZGRga1bt+LGjRsAgPv376Nv3744fvx4rjba29ujdevWqFq1KuLi4vDzzz/j+fPnUnvWrFmD0NBQjWU6deqE3bt3AwB++OEHfPrpp8U5fET0Om2fISAiotIhryvot2/fFl1cXKT3DAwMxG3btuW5/PPnz8XFixeLH374oVi2bFnRwMBAtLe3F//3v/+JJ06c0Jh3woQJ0jorVaokZmVlaUz/+++/Ndpy8uTJAtuekpKiMf/atWvznO/06dPi/fv389zfvF7ZV2j//fdfcejQoWKjRo3ESpUqiSYmJqKhoaHo4OAgtm3bVty9e3eubb1+Zfzp06fiN998I1apUkXU19cX27VrV+j2J06cKIpiwVf5b968qbFMeHi4NO315R49eiQOGTJErFixomhoaCi6ubmJixcvFtVqdYHHN6ecV9CL0uMgPDxc7NWrl1inTh3R3t5eNDQ0FI2NjcVq1aqJISEh4sWLF3Mtk/PqcpMmTTSm5fX9Kclj9ODBA3HAgAFixYoVRZVKpXE1NSUlRfzuu+9EPz8/0cLCQjQwMBAdHR3FHj165LqiWZjXr6DntGzZMo1pv/zyS67li/PzJoqimJycLI4aNUps1qyZWLlyZdHMzEw0MDAQy5cvL7Zo0UJcv359njn49ddfxcDAQLF8+fKivr6+aG5uLlatWlVs166d+N133+X62X327Jk4b948sWHDhqKVlZW0jVatWombN2/Otf7Xfw5jY2PFpUuXih4eHqKRkZFoa2sr9u7dW3z48GGuZdesWSM2adJEtLGxEfX19UUrKyvRxcVFDA4OFpcuXVro9yDbzz//LG2/YcOGuaYfOnRIXLx4sfjs2TON92NiYkQjIyNp2bp162pM9/X1lab5+/tL77948UKsUqWKNC04OFiadv/+fXHYsGFiQkKCxrqePXsm1qxZU+NYpaSkSNM3bNgg/vTTT2JGRobGckePHtVY5tNPP821f0+ePBENDQ2lq/rx8fFFOGpElB8W6EREVCJe/6A8ceJEjQ+RRkZGeRaioviqC7y3t3eBXTkXLFggzX/v3j3RwMBAmv7bb79prC9nAe/u7l5o25OTkzW2N3LkyDy7cha0vwUV6Hv27Cl03kmTJmms//UC/cMPP9T4WukC3dbWVqxdu3ae2xk8eHChxzhbcQv0ESNGFLiPhoaG4qFDhzSW0VaBXq5cuVxFUHaBfu3aNdHZ2Tnf/TAyMhK3bNlS5ONYUIG+e/dujWmvH5/i/ryJoiheunSp0Lz17NlTY5nXM5zXKz09XZo/ISFBrFWrVoHzd+zYUaOIfP3nsFGjRnku17hxY4225fy+5fWys7Mr8veie/fuGr87iqNevXrSsrVr19Y4FjnbM3fuXI3lcnapNzU1zXWiIy+v/yw9ePCgSG20sbGRlmnbtm2h+/Eu3zpCpAvYxZ2IiGQxefJkacAgY2Nj7Nq1Cx9//HGe83br1g3R0dEAAHNzc3Tp0gWVKlVCZGQkDhw4ALVaja+++go+Pj7w9/dHhQoV0LFjR2zatAkAsHLlSrRu3VpaX84RlHv27FloW62trVG5cmXcunULADBnzhysWbMG/v7+qFOnDho0aICAgAAYGRlJy1SrVg2zZ8/GwYMHcejQIQC5u2z7+voCAPT19eHt7Q0fHx/Y2trCwsICT58+RWRkJMLDwwEAU6ZMQe/evVGxYsU82/jnn3/igw8+wEcffYSnT5/CysoKjRo1wtmzZ7F582ZpvtmzZ0v/b9iwYaH7XlT3799Hamoq+vXrBysrK/z888+4c+cOAGDx4sXo2LEjmjRpUqx1pqamYs6cObned3R0xOeffw7g1e0GTZo0gYeHB6ytrWFsbIzk5GT89ttviImJwcuXLzFkyBDpFgptevDgAR48eIAWLVrA398f9+/fh52dHbKystChQwdp4DtbW1t06dIF1tbW+P3333HixAm8ePEC3bt3R7169VC1atU32r5arUZ8fDyWLFkivefg4IBGjRppzFfcnzfgVddtNzc3+Pn5wd7eHlZWVnj+/DnOnz+PPXv2QBRFrFmzBv369YOfnx8AaAwC6evri7Zt2yIzMxO3b9/GqVOnEBMTo9Gurl274vLly9LX//vf/+Du7o5Dhw7hr7/+AgBs374d3333HSZMmJDnMTh+/DiaN2+Ohg0bYteuXbh06RIA4NixYzh58iTq16+fq20tWrRAQEAAnj59itu3b+P48eNIT08v8nH/888/pf/7+PgUebkXL15oDIaYfdwA4OLFixrzvp6JnF8/ffoUsbGxqFGjRoHbu3LlisbyNjY2hbbxv//+k7rhv97GnHx9fREVFQXg1fEICQkpdN1ElA9tnyEgIqLSoaAryhs3bsx3uQsXLmjMe/ToUY3prVu3lqZ16NBBej8yMlJ638DAQPzvv/9EUdS80qevry+9X5gdO3aIgiDkuw+WlpbipEmTcl1ZL84gcVevXhU3bdokLl68WJwzZ444e/Zs0cTERFp+/fr10ryvX3389NNP87xKVpRB4kri6jAAccOGDRrL5ezF0LVr1wL3PVtRBol7/ap3VlaWeOrUKXHt2rXiggULxNmzZ4vDhw/XWCZnt1ptXUEHIA4bNizXPv/666/SdD09PfHatWvStMzMTNHDw0Oa/tVXXxXpOBZlkDgXFxcxOjpaY7k3/XnLduvWLXHbtm3ikiVLpAxXrFhRWmby5MnSvJ6entL7f/31V6513bx5U8r0+fPnNdo1evRojWPUoEEDaZq1tbW03Ou/dzp06CB1tU9OThb19PSkaYsWLZLWaWFhIb3/endwURTF2NjYQr8H2W3L+XsjMjKySMuJoij2799fWs7Y2FiMiYmRpr0+sNyRI0c0ll25cqXG9LyOb06bNm3SmD+/23hyysjIEIOCgqRlypcvLyYlJeU579SpU/P9mSOi4uEVdCIikt2ECRPQqFEjODo65poWGRmp8XWzZs3yXc+JEyek/zds2BB169bFuXPnkJGRgbVr12LMmDEaV89bt24NOzu7IrWxQ4cOOHr0KKZMmYKIiIhcj6dKSUnBxIkToVarERYWVqR1ZouLi0PXrl012p+X7CvSefnmm2+gUmnv6agGBgbSVW0AcHZ2RqNGjaQeANlXz0raoUOHEBoaivj4+ALnu3PnTp75Utq3336b672cGc/KyoKLi0u+yxeWkaIyNTXFt99+Cy8vr3zbAhT95y05ORk9evTAb7/9VuB2c2b4ww8/lK4Ef/TRR2jQoAFq1KgBd3d3NG7cGB4eHtK82VfIs/Xo0UP6v56eHr744gtpnocPH+Lq1atwc3PLtf3+/ftLjxu0trZGuXLlkJiYCAAaj0j88MMPpX2pXbs2PvjgA9SoUQO1atVC06ZNUb169QL3M1tycrLGo8WKMrhhRkYG+vXrh9WrVwN49bP1yy+/oGbNmvkuk3MbeX1dkB9++AGDBg2Svh41apTG8c3LkydP8Pnnn2P//v0AXvW02L17N2xtbfOcP+fV+Pv37xe5bUSUG5+DTkREssjZBfPGjRto0qRJns+2fvjwYZHX+foHvyFDhkj/X7VqFQDN7u29evUq8rqBV8/oPnLkCB4+fIj9+/cjLCwsV5fV+fPnF2udANC+ffsiFV4vXrzId1pBH96L4/UP9gVtMycbGxvpecfZcp78ePz4cbHbUrlyZYivxsPReEVERAB49Wzp9u3bF1qcA0Xfj6J402NUrly5PLsNv03Gi2r27Nn49ttvpZ+7p0+fonv37li3bl2JtKV3796FFueA5rH67rvv0KpVKwBAWloaDh06hO+//x6DBg2Cp6en1K08r3a9fmLt9a9zFts5OTs7a3yd87aUnCfdli1bJnV3T05Oxr59+7Bw4UL06dMHNWrUwOeffy7LM+QfP36Mli1bSsW5iYkJdu7ciXbt2mnM93qOskflz+/rcuXK5dqWWq3GyJEj0a9fP2RmZgIAJk6ciFmzZhXYxtu3b6NRo0ZScW5ra4sjR47ggw8+yHeZ4pwwIKKC8Qo6ERHJ4ttvv8XZs2fx/fffAwBu3ryJJk2a4OjRo6hWrZo03+tXnCZPngxjY+MibaNTp04YNWoU7t+/j+vXr2PJkiXSfa3ly5dHmzZt3qjtlpaW0qO6Jk6ciN69e0sfqFNTU5GYmFjkK/NXr17FhQsXpK+7dOmCWbNmwcHBAYIgoHz58kUqykxNTd9oXwBoXHl//d7a69evF2kdycnJyMrK0ijSs69MAoCVldUbty8/e/bswbNnz6Sv586di969e8PS0hL//PMPatWqVWLbKoljlN/3KGfGy5Qpo/HorNdZWloWaVuvGzlyJABg6NCh8Pb2xt27dwEAI0aMQPv27aX1vsnP29OnT7F3717p6+bNm+PHH39E5cqVoaenBz8/P5w5cybXchYWFti3bx/u3LmDkydP4tq1a/jnn3+wc+dOPHv2DH/88QdmzZqFSZMm5WpXYmKiRpGaM2vAq/Ee8mJgYKDxdfbV9Nc5Ojrir7/+wo0bN3D69Glcv34dly5dwq+//orMzExs2bIFLVu2LHQMC2trawiCIBWo+Z04AIB///0Xbdq0ke4Ft7Ozw549e6SxKnJ6/bF4//77r8bXsbGx0v9NTU1z3aP+7NkzdOnSBb/++iuAV8dl+fLlhZ60PHv2LD755BMkJCQAAFxcXLBv3z6N39l5yXmCJb+r7ERUNCzQiYhIFoIgYOnSpTA0NMSCBQsAAPHx8VKRnt3N9/WBzMqVK4f+/fvnWt/ly5dzffg1MjLCl19+ie+++w7Aq66b2bp16wZ9/aL/mevRoweGDBmCevXq5ZpmZmYm/V+lUmk81zpnQZCzmMyWnJys8fX//vc/aSC4iIiIt+4O+npB8uzZM5iYmGi8l7N4vn//PmJjY1GtWjW8ePEiz0Ha8pKRkYHNmzdLz6+Pi4vTeI5yXsftbb1+7Hr27CkVmlu2bCnRbZXEMcpPzow/f/4ctWrVkq4s53Tq1CmNK75voly5cpg6dapUWCYnJ2PBggWYOHFirrZkz1/Yz1tKSgqysrKkaW3atJEKwqtXr+Ya0Czb33//DVdXV1SqVAn/+9//pPeHDh2KRYsWAQDOnTuXZ7vWrVuHmTNnAnh1W8DPP/8sTbO2toarq2thh6JAFy5cgIeHB6pXr67Rnb1du3bSM73PnTtXaIGur68PJycnaYDJ27dvo0GDBrnmi4yMRPv27fHgwQMAgLu7O/bt24fKlSvnuV47Ozv4+fnh9OnTAIAdO3Zg+PDhAF71UtizZ480b9u2bTVOMCUkJCAoKEi67cTS0hLbtm1DixYtCtyXnTt34osvvpB+j3344YfYtWtXkbrt3759W/r/mw5ySESvsEAnIiJZzZ8/H0ZGRtKH7bt370pFupubG7y8vPDRRx9JI6EPGjQI+/fvR7169aBSqXDr1i2cOHECMTExmDhxYq4Rqfv3749Zs2YhMzMTz58/l94vyujtOa1fvx7r169HtWrV0KhRI1StWhWCIODChQvYsWOHNF/jxo01CuCco67fv38fPXv2hLu7OwRBwMCBA1G9enWoVCqpu+zQoUMRHR2N5ORkrFmzplhtzMvro7536dIFDRs2hEqlQrdu3WBnZ5frCp2/vz+aNGmCc+fO4caNG0XeVq9evfDnn39Ko7hnZGRI00JDQ99uR/LwehHWpk0btGrVChcvXsS2bdtKdFsldYzy0qZNG7i5uUm9O9q3b49PP/0U7u7uUKvViI2NxbFjx3Dr1i2sWbMG3t7eb7W9L774AmFhYVLRuGjRIowYMQJmZmZv9PNWvnx5WFlZSbcxTJ06FUlJScjMzMTq1avzvQVg5MiROH36NJo3bw5HR0fY2tri3r17GrnPPjHi5eWF5s2b48iRIwCAWbNm4d9//0WtWrVw8OBBjXvUhw4d+tbjMXz++edISUlB06ZNUbFiRVhbWyM2Nhb79u3L1bbC+Pv7S8f63LlzCA4O1ph+4sQJNG/eXDpOhoaG6NChg8btONmye0IAwPjx4xEUFATgVYHfqlUrNGrUCHv37pVu+9DX18fXX38tLfP48WP4+flpjAXQvn17REdHSyP35zwG2eM2bN26FZ06dZJ+T1laWiIwMFDqOZTN0tISX375Za52nz17Vvr/hx9+mNdhIqKi0s7YdEREVNq8Ppry68/C/fbbbzWmly9fXrx48aIoiqKYmJhY4HOZs1/Zz/V+3f/+9z+N+Xx9fYvd/sK2jf8/evSlS5c0lktISNAYiT3n6/79+6IoimK/fv3ynN68eXONEbBz7l9RRmcXRVF8/vy5WKFChTzXf+bMGWm+15+jnv3KOWo3Chih3M7OTuNZxzlfAwYMKPJxLs5z0F++fKkxwnnO1+ujmOds95uM4l4Sx6ig/bl69WqBz0HPr035Keg56KIoikuWLNGYPnPmTGnam/y8zZgxI895ateurZGLHj16SMsEBgYWuP4yZcqIp0+fluZPSEgQ3d3dC1ymsOeg37x5U+M4VK5cOc/9cXV1LfRnPS4urkjfi5w/q68/b/316YW9Xjd+/Ph851WpVOKKFSs05n/9iQMFvQp6GkF+r7wy/uTJE9HQ0FAEIAqCIN66datIx42I8sZB4oiISBFTpkzRuPc2KSkJTZs2RXR0NMqXL49Tp05h2bJlaNasGcqVKwc9PT2YmpqiZs2a+OKLL7BhwwaNLuw55RwsDij+4HDAqytfs2fPlq52Zg+KZm5ujjp16mD06NG4fPkyateurbGcvb099uzZA39//3zvQV68eDEmT56MypUrw8DAAE5OThg1ahT27NlTrG74eTEyMsK+ffvw8ccfw8LCIt/5du/ejdDQUNja2sLIyAienp5YuXKlxjOzC1KmTBmEh4fjq6++QqVKlWBoaAhXV1csXLiwyOsoLgMDAxw9ehQhISGwsbGBkZERateujR9//LHYI+kXxdseo4K4uLjg4sWLmDVrFho2bIiyZctK+fL09ERoaCh27twp3ULwtnr37q0xTsK8efOke+vf5OdtzJgxWLp0KVxcXGBgYAB7e3t8+eWX+OOPPzRuAclp1KhRGDp0KOrXr4+KFSvC0NAQRkZGqFq1Knr06IHTp09r9Fywt7fHmTNnMHfuXDRo0ACWlpbQ19eHra0tWrZsiU2bNmHbtm1v/TMDANOnT0e/fv1Qr1492Nvbw8DAACYmJqhZsyYGDBiAqKiofLufv+6zzz6Tbns5fvx4rvvl38bkyZNx8OBBtGnTBuXKlYOBgQEqVKiA4OBgnDp1SpaeK8W1Z88evHz5EsCrZ8o7OTlpuUVE7zZBFDnsIhERvdsSEhJQsWJFiKIIY2Nj3Lt3T5ZBy943YWFhmDRpEoBXI67nNQo/EQEDBw6UBsRctGgRBg8erOUWKSfnffvbtm1Dx44dtdwioncbr6ATEdE7KyIiAr/99ht69OghjaLctWtXFudEpKixY8eiTJkyAIAlS5bI8og2XRQbGys9fs/b2xuffvqplltE9O5jgU5ERO+spk2bom3bttKAV2XLlpVGqyYiUkqlSpWkW22uXbumMbBkaTZv3jxphP/p06fn+1g7Iio6dnEnIqJ3VvaHwbJly6JBgwaYMWMGPDw8tNyq0oNd3ImIiJTFAp2IiIiIiIhIB7CLOxEREREREZEOYIFOREREREREpANYoBMRERERERHpABboRERERERERDqABToRERERERGRDmCBTkRERERERKQDWKATERERERER6QAW6EREREREREQ6gAU6ERERERERkQ5ggU5ERERERESkA1igExEREREREekAFuhEREREREREOoAFOhEREREREZEOYIFOREREREREpANYoBMRERERERHpAH1tN4CotFOr1bh37x7Mzc0hCIK2m0NERERERG9BFEU8efIEDg4OUKlK9po3C3Qimd27dw+Ojo7abgYREREREZWg27dvo1KlSiW6ThboRDIzNzcHAMTHx8PS0lLLraHSShRFpKSkwNLSkj01SDbMGSmBOSMlMGf0NlJTU+Ho6Ch9zi9JLNCJZJb9S9/S0hIWFhZabg2VZjwBREpgzkgJzBkpgTmjtyXHyR0OEkekELVare0mUCmmVquRmJjInJGsmDNSAnNGSmDOSFexQCciKiXS09O13QR6DzBnpATmjJTAnJEuYoFOREREREREpANYoBMRERERERHpABboRArhCKEkJ0EQYGNjw5yRrJgzUgJzRkpgzkhXcRR3IoXwDwDJSRAEWR71QZQTc0ZKYM5ICcwZ6SpeQSdSCEcJJTmp1WrcvXuXOSNZMWekBOaMlMCcka5igU5EVEpkZGRouwn0HmDOSAnMGSmBOSNdxAKdiIiIiIiISAewQCciIiIiIiLSASzQiRTCQeJIToIgwM7OjjkjWTFnpATmjJTAnJGu4ijuRArhHwCSkyAIMDY21nYzqJRjzkgJzBkpgTkjXcUr6EQK4SihJCe1Wo1bt24xZyQr5oyUwJyREpgz0lUs0ImISglRFLXdBHoPMGekBOaMlMCckS5igU5ERERERESkA1igExEREREREekAFuhECuEgcSQnQRDg4ODAnJGsmDNSAnNGSmDOSFexQCdSCP8AkJwEQYC+vj5zRrJizkgJzBkpgTkjXcUCnUghHCWU5KRWqxEfH8+ckayYM1ICc0ZKYM5IV/E56EQKqTP5IERDU203g0opPUGEn62I0/f/RpbIqwEkD+aMlMCckRKYs3dP3Iw22m6CIngFnYiIiIiIiEgHsEAnIiIiIiIi0gHs4k6kkCxR4Bkxkk2WKOD0fbCbHsmKOSMlMGekBOaMdBXrBSLFiNpuAJVqIgxVr/4lkg9zRkpgzkgJzBnpJhboRArR4wlakpGeAHjbiMwZyYo5IyUwZ6QE5ox0FQt0IiIiIiIiIh3AAp2IiIiIiIhKvRkzZkAQBAwbNkx6TxCEPF+zZ8+W5hk+fDisra3h6OiIDRs2aKxz69atCAoKKrE2vtMFekBAgMbBLQmiKKJPnz6wtraGIAiIjo7Oc75du3ahevXq0NPTw7Bhw7B27VpYWVmVaFtKghzHKC8hISFo37697NshovypeRsdKYA5IyUwZ6QE5uz9cubMGfzwww/w9PTUeD8hIUHjtXr1agiCgI4dOwIA9uzZg40bN+LgwYOYNWsWQkNDkZycDABISUnBuHHjsHTp0hJrp6yjuIeEhODx48fYtWuXnJspUQcOHMDatWsRERGBqlWroly5cnnO17dvX/Ts2RNDhgyBubk59PX10bp1a4VbW7gdO3bAwMBAlnXfunULNWvWxP3797Fw4UKIou78louLi0OVKlVw/vx5eHt7a7s5ADiKO8krSxRw6j5vpCN5MWekBOaMlMCcvV/S0tLQtWtXrFixAlOnTtWYZm9vr/H1r7/+iqZNm6Jq1aoAgJiYGAQEBMDHxwc+Pj4YNmwY4uLiAAATJkxA//794eTkVGJtZb3wmtjYWFSoUAENGzaEvb099PVzn8NIS0tDUlISAgMD4eDgAHNzcxgbG6N8+fJaaHHBrK2tYW5uLsu6s8NrZmYGS0tLnexBUBIyMjJKZD0CRwklGQkQYWkoMmckK+aMlMCckRKYs/fLwIED0aZNG7Ro0aLA+RITE/Hbb7+hd+/e0nteXl44e/YsHj16hKioKKSnp0vF+4ULFzBkyJASbatWC/R58+bBw8MDpqamcHR0xIABA5CWlqYxT2RkJAICAmBiYoKyZcsiMDAQjx49ynN9v/32GywtLXPdF5DTH3/8AT8/PxgZGaFChQr4+uuvkZmZCeDVFf/BgwcjPj4egiDA2dk51/IRERFSwdusWTMIgoCIiIhcXdzDwsLg7e2Nn376Cc7OzrC0tESnTp3w5MkTaZ4DBw6gUaNGsLKygo2NDdq2bYvY2FhpelxcHARBwI4dO9C0aVOYmJjAy8sLf/31V5GP0etd3J2dnfHdd9+hV69eMDc3h5OTE3788UeN9Z04cQLe3t4oU6YMfHx8sGvXrjy7+//666/45JNPpGOXs4t7QEAAhgwZgtGjR8Pa2hr29vYICwuTpnfp0gWff/65xvoyMjJQrlw5rF+/HgCgVqsxffp0VKlSBcbGxvDy8sK2bduk+R89eoSuXbvC1tYWxsbGqFGjBtasWQMAqFKlCgCgTp06EAQBAQEB0jonT56MSpUqwcjICN7e3jhw4ECuY75582Y0adIEZcqUwYYNG3Dr1i0EBQWhbNmyMDU1Ra1atbBv3z4Uh4onaUlGKgFwtxKZM5IVc0ZKYM5ICczZ+2PTpk04d+4cpk+fXui869atg7m5OT799FPpvcDAQHzxxRfw9fVFSEgI1q1bB1NTUwDA/PnzsWzZMri6usLf3x+XL19+6/ZqtUBXqVRYtGgRLl++jHXr1uHo0aMYPXq0ND06OhrNmzeHu7s7/vrrLxw/fhxBQUHIysrKta6NGzeic+fO2LBhA7p27Zrn9u7evYvWrVvD19cXFy5cwLJly7Bq1Sqpm8PChQul4i0hIQFnzpzJtY6GDRvi6tWrAIDt27cjISEBDRs2zHN7sbGx2LVrF/bu3Yu9e/fijz/+wIwZM6TpT58+xfDhw3H27FkcOXIEKpUKHTp0gFqt1ljPuHHjMHLkSERHR8PFxQWdO3eWTioU5xhlmzt3Lnx8fHD+/HkMGDAA/fv3l/YpNTUVQUFB8PDwwLlz5zBlyhSMGTMm1zoeP36M48ePSwV6XrLDe+rUKcyaNQuTJ0/GoUOHAABdu3bFnj17NE7I/P7773j27Bk6dOgAAJg+fTrWr1+P5cuX4/Lly/jqq6/wxRdf4I8//gAAjB8/Hv/88w/279+PmJgYLFu2TLol4fTp0wCAw4cPIyEhATt27ADw6ns8d+5czJkzBxcvXkRgYCA++eQTXL9+XaPtX3/9NYYOHYqYmBgEBgZi4MCBePHiBY4dO4ZLly5h5syZMDMzy3O/X7x4gdTUVI0XEREREREp6/bt2xg6dCg2bNiAMmXKFDr/6tWr0bVr11zzhoWF4caNG7h06RI6dOiAefPmAQAMDAwwdepUHD9+HKGhoejevftbt1nWe9AL8/qV3alTp6Jfv374/vvvAQCzZs2Cj4+P9DUA1KpVK9d6li5dinHjxmHPnj1o0qRJvtv7/vvv4ejoiCVLlkAQBNSsWRP37t3DmDFjMGHCBFhaWsLc3Bx6enq57kXIZmhoKHVlz74ynB+1Wo21a9dKV9y7deuGI0eOYNq0aQAgDTyQbfXq1bC1tcU///yD2rVrS++PHDkSbdq0AQBMmjQJtWrVwo0bN1CzZs0iH6OcWrdujQEDBgAAxowZg/nz5yM8PByurq7YuHEjBEHAihUrUKZMGbi7u+Pu3bv48ssvNdaxb98+eHp6wsHBId/teHp6YuLEiQCAGjVqYMmSJThy5Ag++ugjBAYGwtTUFDt37kS3bt0AvDrJ8sknn8Dc3BwvXrzAd999h8OHD6NBgwYAgKpVq+L48eP44Ycf0KRJE8THx6NOnTrw8fEBAI0eD7a2tgAAGxsbje/RnDlzMGbMGHTq1AkAMHPmTISHh2PBggUagzsMGzZM48xZfHw8OnbsCA8PD6kt+Zk+fTomTZqU73QiIiIiIpJfVFQUkpKSULduXem9rKwsHDt2DEuWLMGLFy+gp6cHAPjzzz9x9epVbN68ucB1XrlyRZrn+PHjaNy4MWxtbREcHIxevXrhyZMnb3WLsVavoB8+fBjNmzdHxYoVYW5ujm7duiE5ORnPnj0D8H9Xhwuybds2fPXVVzh06FCBxTnw6gb/Bg0aQBD+ry+Lv78/0tLScOfOnbffodc4OztrfHMqVKiApKQk6evr16+jc+fOqFq1KiwsLKQCMz4+XmM9OUcarFChAgBI6ynKMXpdzvUJggB7e3tpfVevXoWnp6fGWSM/P79c68jZvb0o28lue/Z29PX1ERwcLN2O8PTpU/z6669S74cbN27g2bNn+Oijj2BmZia91q9fL90G0L9/f2zatAne3t4YPXo0Tpw4UWB7UlNTce/ePfj7+2u87+/vj5iYGI33sov+bEOGDMHUqVPh7++PiRMn4uLFi/luZ+zYsUhJSZFet2/fBgDe4USyEgGkZzJnJC/mjJTAnJESmLP3Q/PmzXHp0iVER0dLLx8fH3Tt2hXR0dFScQ4Aq1atQr169eDl5ZXv+kRRRN++ffHdd98BeFXsZ49Xlf1vQT2Zi0JrBXpcXBzatm0LT09PbN++HVFRUdIVzJcvXwIAjI2NC11PnTp1YGtri9WrV+vUKOIAco2eLgiCRvf1oKAgPHz4ECtWrMCpU6dw6tQpAP+3/3mtJ/vkQvZ6inKMituuwrx8+RIHDhwotEAvbDtdu3bFkSNHkJSUhF27dsHY2BgtW7YEAKnr+2+//abxA/XPP/9I96G3atUKt27dwldffYV79+6hefPmGDlyZJH3oyDZ95VkCw0Nxb///otu3brh0qVL8PHxweLFi/Nc1sjICBYWFhovAFCLvMmJ5KMWBUQ/VDFnJCvmjJTAnJESmLP3g7m5OWrXrq3xMjU1hY2NjUaP5dTUVGzduhWhoaEFrm/lypWwtbVFq1atAAD169fH0aNHcfLkScyfPx/u7u5vPXC21gr0qKgoqNVqzJ07F/Xr14eLiwvu3bunMY+npyeOHDlS4HqqVauG8PBw/Prrrxg8eHCB87q5ueGvv/7SKOQjIyNhbm6OSpUqvfnOvIHk5GRcvXoV3377LZo3bw43N7d8B78rSFGOUXG4urri0qVLePHihfTe6/fiR0REoGzZsgWeXSqKhg0bwtHREZs3b8aGDRvw2WefSUW9u7s7jIyMEB8fj+rVq2u8HB0dpXXY2tqiR48e+Pnnn7FgwQJpwDtDQ0MAmmewLCws4ODggMjISI12REZGwt3dvdD2Ojo6ol+/ftixYwdGjBiBFStWFGt/OUooyUmAiPJlOBotyYs5IyUwZ6QE5oxy2rRpE0RRROfOnfOdJzExEdOmTcOiRYuk9+rVq4cRI0agTZs22LJlizRg9duQ/R70lJSUXKN/29jYoHr16sjIyMDixYsRFBSEyMhILF++XGO+sWPHwsPDAwMGDEC/fv1gaGiI8PBwfPbZZxrPJ3dxcUF4eDgCAgKgr6+PBQsW5NmWAQMGYMGCBRg8eDAGDRqEq1evYuLEiRg+fDhUKmXPVZQtWxY2Njb48ccfUaFCBcTHx+Prr78u9nqKeoyKqkuXLhg3bhz69OmDr7/+GvHx8ZgzZw6A/7t6v3v37kKvnhdne8uXL8e1a9cQHh4uvW9ubo6RI0fiq6++glqtRqNGjZCSkoLIyEhYWFigR48emDBhAurVq4datWrhxYsX2Lt3L9zc3AAA5cuXh7GxMQ4cOIBKlSqhTJkysLS0xKhRozBx4kRUq1YN3t7eWLNmDaKjowsc+R94dU96q1at4OLigkePHiE8PFzaVlGpBHajIvmoBKCahYjkFwKyGDSSCXNGSmDOSAnM2fsrIiIi13t9+vRBnz59ClzOzs5Oev55zkGgJ0yYgAkTJpRY+2SvSiMiIlCnTh2N16RJk+Dl5YV58+Zh5syZqF27NjZs2JBr6HsXFxccPHgQFy5cgJ+fHxo0aIBff/01z2eTu7q64ujRo/jll18wYsSIPNtSsWJF7Nu3D6dPn4aXlxf69euH3r1749tvv5Vl3wuiUqmwadMmREVFoXbt2vjqq68we/bsYq+nOMeoKCwsLLBnzx5ER0fD29sb48aNkwKXfV96SRboXbt2xT///IOKFSvmujd8ypQpGD9+PKZPnw43Nze0bNkSv/32m/QINUNDQ4wdOxaenp5o3Lgx9PT0sGnTJgCv7nFftGgRfvjhBzg4OKBdu3YAXt1LPnz4cIwYMQIeHh44cOAAdu/ejRo1ahTYzqysLAwcOFBqh4uLi8bAfERERERERG9LEHXtxm3SORs2bEDPnj2RkpKCmJgYNGvWDPfv3891jznlLTU1FZaWlnD+ajNEQ9PCFyB6A3qCCD9bEafvC8ji/XQkE+aMlMCckRKYs3dP3Iw22m6CJPvzfUpKijTeVEnR6mPWSDetX78eVatWRcWKFXHhwgWMGTMGwcHBMDY2RmZmJhYvXszi/A3wVBjJSRSBlJfMGcmLOSMlMGekBOaMdBULdMrlv//+w4QJE/Dff/+hQoUK+Oyzz6Rnt/v5+eX52DUqnBqCdp9rSKWaGgL+ecwrACQv5oyUwJyREpgz0lUs0CmX0aNHY/To0dpuRqnDUUJJTgJEVDQF7j4FRPADB8mDOSMlMGekBOaMdBUv6BEpRMXf/SQjlQA4morMGcmKOSMlMGekBOaMdBULdCIiIiIiIiIdwAKdiIiIiIiISAewQCdSCEcJJTmJIpCULjBnJCvmjJTAnJESmDPSVRwkjkghFye1LPHnJBIRERERUenBK+hEClGr1dpuApViarUaDx48YM5IVswZKYE5IyUwZ6SrWKATEZUSaWlp2m4CvQeYM1ICc0ZKYM5IF7FAJyIiIiIiItIBLNCJiIiIiIiIdAALdCKFCIKg7SZQKSYIAqysrJgzkhVzRkpgzkgJzBnpKo7iTqQQ/gEgOWV/0CCSE3NGSmDOSAnMGekqXkEnUghHCSU5qdVqJCYmMmckK+aMlMCckRKYM9JVLNCJiEqJ9PR0bTeB3gPMGSmBOSMlMGeki1igExEREREREekAFuhEREREREREOoAFOpFCOEgcyUkQBNjY2DBnJCvmjJTAnJESmDPSVRzFnUgh/ANAchIEAebm5tpuBpVyzBkpgTkjJTBnpKt4BZ1IIRwllOSkVqtx9+5d5oxkxZyREpgzUgJzRrqKBToRUSmRkZGh7SbQe4A5IyUwZ6QE5ox0EQt0IiIiIiIiIh3AAp2IiIiIiIhIB7BAJ1IIB4kjOQmCADs7O+aMZMWckRKYM1ICc0a6iqO4EynEI+wgVEYm2m4GEREREb3H4ma00XYTqAC8gk6kED1B1HYTqBTTE0R8YKtmzkhWzBkpgTkjJTBnpKtYoBMRlRIq9tIjBTBnpATmjJTAnJEuYoFOREREREREpANYoBMRERERERHpABboRArJ4i1OJKMsEYhOFpgzkhVzRkpgzkgJzBnpKhboRIrhjU4kJwEv1a/+JZIPc0ZKYM5ICcwZ6SYW6EQK4SihJCc9QYSfrcickayYM1ICc0ZKYM7ezowZMyAIAoYNG5bn9H79+kEQBCxYsEDj/eHDh8Pa2hqOjo7YsGGDxrStW7ciKChIpha/O1igvyPCwsLg7e2t7WYo7r///sNHH30EU1NTWFlZKb79iIgICIKAx48fK75tIiIiIiJdc+bMGfzwww/w9PTMc/rOnTtx8uRJODg4aLy/Z88ebNy4EQcPHsSsWbMQGhqKBw8eAABSUlIwbtw4LF26VPb26zoW6AUICQmBIAgQBAEGBgaoUqUKRo8ejefPnyvelpEjR+LIkSOKb/dNrF27tsSK6fnz5yMhIQHR0dG4du1aiayTiIiIiIiKLy0tDV27dsWKFStQtmzZXNPv3r2LwYMHY8OGDTAwMNCYFhMTg4CAAPj4+KBz586wsLDAzZs3AQCjR49G//794eTkpMh+6DIW6IVo2bIlEhIS8O+//2L+/Pn44YcfMHHiRMXbYWZmBhsbG8W3q22xsbGoV68eatSogfLly2u7OURERERE762BAweiTZs2aNGiRa5parUa3bp1w6hRo1CrVq1c0728vHD27Fk8evQIUVFRSE9PR/Xq1XH8+HGcO3cOQ4YMUWIXdB4L9EIYGRnB3t4ejo6OaN++PVq0aIFDhw5J052dnXPdW+Ht7Y2wsDDpa0EQsHLlSnTo0AEmJiaoUaMGdu/eLU3P7kZ95MgR+Pj4wMTEBA0bNsTVq1eleV7v4h4SEoL27dtjzpw5qFChAmxsbDBw4EBkZGRI8yQkJKBNmzYwNjZGlSpVsHHjxjzbm5NarcbkyZNRqVIlGBkZwdvbGwcOHMjV1pxdvqOjoyEIAuLi4hAREYGePXsiJSVF6n2Q81i8btmyZahWrRoMDQ3h6uqKn376SePYbt++HevXr4cgCAgJCcl3PatXr0atWrVgZGSEChUqYNCgQdK0efPmwcPDA6ampnB0dMSAAQOQlpYmTb916xaCgoJQtmxZmJqaolatWti3b5/G+qOiovL93hRVlshBSEg+WaKA0/cF5oxkxZyREpgzUgJzVnybNm3CuXPnMH369Dynz5w5E/r6+vkW2oGBgfjiiy/g6+uLkJAQrFu3Dqampujfvz+WL1+OZcuWwdXVFf7+/rh8+bKcu6LTWKAXw99//40TJ07A0NCw2MtOmjQJwcHBuHjxIlq3bo2uXbvi4cOHGvOMGzcOc+fOxdmzZ6Gvr49evXoVuM7w8HDExsYiPDwc69atw9q1a7F27Vppevfu3XHv3j1ERERg+/bt+PHHH5GUlFTgOhcuXIi5c+dizpw5uHjxIgIDA/HJJ5/g+vXrRdrPhg0bYsGCBbCwsEBCQgISEhIwcuTIPOfduXMnhg4dihEjRuDvv/9G37590bNnT4SHhwN4dX9Ly5YtERwcjISEBCxcuDDP9SxbtgwDBw5Enz59cOnSJezevRvVq1eXpqtUKixatAiXL1/GunXrcPToUYwePVqaPnDgQLx48QLHjh3DpUuXMHPmTJiZmWlsozjfmxcvXiA1NVXj9QoHISE5iTBUvfqXSD7MGSmBOSMlMGfFcfv2bQwdOhQbNmxAmTJlck2PiorCwoULsXbtWghC/ic9wsLCcOPGDVy6dAkdOnTA9OnT0aJFCxgYGGDq1Kk4fvw4QkND0b17dzl3R6exQC/E3r17YWZmhjJlysDDwwNJSUkYNWpUsdcTEhKCzp07o3r16vjuu++QlpaG06dPa8wzbdo0NGnSBO7u7vj6669x4sSJAu93L1u2LJYsWYKaNWuibdu2aNOmjXSf+pUrV3D48GGsWLECH3zwAerWrYuVK1ciPT29wHbOmTMHY8aMQadOneDq6oqZM2fC29u7wKvuORkaGsLS0hKCIMDe3h729va5it2c2woJCcGAAQPg4uKC4cOH49NPP8WcOXMAALa2tjAyMoKxsTHs7e1haWmZ53qmTp2KESNGYOjQoXBxcYGvr6/GiJLDhg1D06ZN4ezsjGbNmmHq1KnYsmWLND0+Ph7+/v7w8PBA1apV0bZtWzRu3FhjG8X53kyfPh2WlpbSy9HREQCgxxO0JCM9AfC2EZkzkhVzRkpgzkgJzFnxREVFISkpCXXr1oW+vj709fXxxx9/YNGiRdDX10dERASSkpLg5OQkTb916xZGjBgBZ2fnPNd55coV/Pzzz5gyZQoiIiLQuHFj2NraIjg4GOfOncOTJ0+U3Ukdoa/tBui6pk2bYtmyZXj69Cnmz58PfX19dOzYsdjryTnKoampKSwsLHJdzc45T4UKFQBACnpeatWqBT09PY1lLl26BAC4evUq9PX1UbduXWl69erV8xzMIVtqairu3bsHf39/jff9/f1x4cKFwnax2GJiYtCnT59c28rvSnlekpKScO/ePTRv3jzfeQ4fPozp06fjypUrSE1NRWZmJp4/f45nz57BxMQEQ4YMQf/+/XHw4EG0aNECHTt2zDUqZXG+N2PHjsXw4cOlr1NTU6UinYiIiIjoXdO8eXOpzsjWs2dP1KxZE2PGjEGFChUQGBioMT0wMBDdunVDz549c61PFEX07dsX8+bNg5mZGbKysqRbdbP/zcrKkmlvdBuvoBfC1NQU1atXh5eXF1avXo1Tp05h1apV0nSVSgVR1Owak/M+8Gyvj2IoCALUanW+82R3DXl9nuKus6SpVK8ik3Of89pfpRgbGxc4PS4uDm3btoWnpye2b9+OqKgo6fENL1++BACEhobi33//Rbdu3XDp0iX4+Phg8eLFGuspzvfGyMgIFhYWGi8iIiIioneVubk5ateurfEyNTWFjY0NateuLf2b82VgYAB7e3u4urrmWt/KlStha2srPffc398fR48excmTJzF//ny4u7tr5RHLuoAFejGoVCp88803+Pbbb6Wu4ra2tkhISJDmSU1NlR4XoE2urq7IzMzE+fPnpfdu3LiBR48e5buMhYUFHBwcEBkZqfF+ZGQk3N3dAbzaXwAa+xwdHa0xv6GhYZHOeLm5uRW4raIwNzeHs7Nzvo+gi4qKglqtxty5c1G/fn24uLjg3r17ueZzdHREv379sGPHDowYMQIrVqwochuIdIWat9GRApgzUgJzRkpgzrQjMTER06ZNw6JFi6T3/Pz8MGLECLRp0wZbtmzBmjVrtNhC7WIX92L67LPPMGrUKCxduhQjR45Es2bNsHbtWgQFBcHKygoTJkzQ6HauLTVr1kSLFi3Qp08fLFu2DAYGBhgxYgSMjY0LHLhh1KhRmDhxIqpVqwZvb2+sWbMG0dHR2LBhA4BX3eQdHR0RFhaGadOm4dq1a5g7d67GOpydnZGWloYjR47Ay8sLJiYmMDExyXNbwcHBqFOnDlq0aIE9e/Zgx44dOHz4cLH2NSwsDP369UP58uXRqlUrPHnyBJGRkRg8eDCqV6+OjIwMLF68GEFBQYiMjMTy5cs1lh82bBhatWoFFxcXPHr0COHh4XBzcytWG4oiSxR4RoxkkyUKOHWfN9KRvJgzUgJzRkpgzt5eREREgdPj4uLyfN/Ozi7PaRMmTMCECRPevmHvONYLxaSvr49BgwZh1qxZePr0KcaOHYsmTZpIg7S1b98e1apV03YzAQDr16+HnZ0dGjdujA4dOuDLL7+Eubl5niMvZhsyZAiGDx+OESNGwMPDAwcOHMDu3btRo0YNAK+6ev/yyy+4cuUKPD09MXPmTEydOlVjHQ0bNkS/fv3w+eefw9bWFrNmzcpzW+3bt8fChQsxZ84c1KpVCz/88APWrFmDgICAYu1njx49sGDBAnz//feoVasW2rZtK4067+XlhXnz5mHmzJmoXbs2NmzYkOvREFlZWRg4cCDc3NzQsmVLuLi44Pvvvy9WG4pC4CihJCMBIiwNReaMZMWckRKYM1ICc0a6ShBfv4GaSq07d+7A0dERhw8fLnBQNSpZqampsLS0hPNXmyEammq7OVRK6Qki/GxFPtOVZMWckRKYM1LC+5yzuBlttN2Ed1725/uUlJQSH2+KXdxLsaNHjyItLQ0eHh5ISEjA6NGj4ezsnOsRYkRERERERKR9LNBLsYyMDHzzzTf4999/YW5ujoYNG2LDhg25Rn8nIiIiIiIi7WOBXooFBgbmeh4haQ/vJSE5iQDSM5kzkhdzRkpgzkgJzBnpKhboRApRcxR3kpFaFBD98P26h46Ux5yREpgzUgJzRrqK9QKRQjhKKMlJgIjyZTgaLcmLOSMlMGekBOaMdBULdCKFqHiSlmSkEoBqFiJzRrJizkgJzBkpgTkjXcUCnYiIiIiIiEgH8B50IoWcn/AxrKystN0MKqXUajXi4+Ph5OQElYrnXkkezBkpgTkjJTBnpKuYRiKiUsLY2FjbTaD3AHNGSmDOSAnMGekiXkEnUgjPzpKcVCoV7OzstN0MKuWYM1ICc0ZKYM5IV7FiIFKIKHKUUJKPKIp4/Pgxc0ayYs5ICcwZKYE5I13FAp1IIfwDQHLiBw1SAnNGSmDOSAnMGekqFuhEREREREREOoAFOhEREREREZEOYIFORFRKmJmZabsJ9B5gzkgJzBkpgTkjXcRR3IkUwlHcSU4qlQrlypXTdjOolGPOSAnMGSmBOSNdxYqBSCFqtVrbTaBSTK1W48GDB8wZyYo5IyUwZ6QE5ox0FQt0IqJSIi0tTdtNoPcAc0ZKYM5ICcwZ6SIW6EREREREREQ6gAU6ERERERERkQ5ggU6kEEEQtN0EKsUEQYCVlRVzRrJizkgJzBkpgTkjXcVR3IkUwj8AJKfsDxpEcmLOSAnMGSmBOSNdxSvoRArhKKEkJ7VajcTEROaMZMWckRKYM1ICc0a6igU6EVEpkZ6eru0m0HuAOSMlMGekBOaMdBELdCIiIiIiIiIdwHvQiRRy9uxZmJmZabsZVEqJooj09HQkJCRwvAOSDXNGSniXc1a/fn1tN4GI3nG8gk5EVEoYGhpquwn0HmDOSAnMGclNEATY2Ni8cyeBqPTjFXQihfAPAMlJEATo6/NXOsmLOSMlMGekBEEQYG5uru1mEOXCK+hEChFFUdtNoFJMFEU8f/6cOSNZMWekBOaMlKBWq3H37l2O4k46hwU6EVEpwQ8ZpATmjJTAnJESMjIytN0EolxYoBMRERERERHpABboRERERERERDqABToRUSlhZGSk7SbQe4A5IyUwZyQ3QRBgZ2fHQXxJ57BAL+WcnZ2xYMEC2bcjCAJ27dr1RsvGxcVBEARER0eXaJt0Df8AkJwEQYCenh5zRrJizkgJ72POli1bBk9PT1hYWMDCwgINGjTA/v37pelhYWGoWbMmTE1NUbZsWbRo0QKnTp3SWMfw4cNhbW0NR0dHbNiwQWPa1q1bERQUpMi+vCsEQYCxsfF7lTN6N5RYgf7ff/9h8ODBqFq1KoyMjODo6IigoCAcOXJEY74TJ06gdevWKFu2LMqUKQMPDw/MmzcPWVlZAIDt27dDT08Pd+/ezXM7NWrUwPDhwwEAAQEBGDZsmDQtICAAgiBAEAQYGRmhYsWKCAoKwo4dO4q0D0OGDEG9evVgZGQEb2/vPOfZsmULvL29YWJigsqVK2P27NlFWndpl5CQgFatWr3Rso6OjkhISEDt2rVLuFUlLyQkBO3bt3+jZTkaLclJFEWkp6czZyQr5oyU8D7mrFKlSpgxYwaioqJw9uxZNGvWDO3atcPly5cBAC4uLliyZAkuXbqE48ePw9nZGR9//DHu378PANizZw82btyIgwcPYtasWQgNDcWDBw8AACkpKRg3bhyWLl2qtf3TRWq1Grdu3eKAhKRzSqRAj4uLQ7169XD06FHMnj0bly5dwoEDB9C0aVMMHDhQmm/nzp1o0qQJKlWqhPDwcFy5cgVDhw7F1KlT0alTJ4iiiE8++QQ2NjZYt25dru0cO3YMN27cQO/evfNty5dffomEhATExsZi+/btcHd3R6dOndCnT58i7UuvXr3w+eef5zlt//796Nq1K/r164e///4b33//PebPn48lS5YUad2lmb29/Rt3R9PT04O9vT2feUr0lt6nD7OkPcwZKeF9y1lQUBBat26NGjVqwMXFBdOmTYOZmRlOnjwJAOjSpQtatGiBqlWrolatWpg3bx5SU1Nx8eJFAEBMTAwCAgLg4+ODzp07w8LCAjdv3gQAjB49Gv3794eTk5PW9k9XvW85o3dDiRToAwYMgCAIOH36NDp27AgXFxfUqlULw4cPl36xPH36FF9++SU++eQT/Pjjj/D29oazszNCQ0Oxbt06bNu2DVu2bIGBgQG6deuGtWvX5trO6tWr8cEHH6BWrVr5tsXExAT29vaoVKkS6tevj5kzZ+KHH37AihUrcPjw4QL3Y9GiRRg4cCCqVq2a5/SffvoJ7du3R79+/VC1alW0adMGY8eOxcyZM/P9Ac/uvr1p0yY0bNgQZcqUQe3atfHHH39I82RlZaF3796oUqUKjI2N4erqioULF2qsJ/vK7Zw5c1ChQgXY2Nhg4MCBGo+HSEpKQlBQEIyNjVGlSpVc3ZsA4PHjxwgNDYWtrS0sLCzQrFkzXLhwQZoeFhYGb29vrF69Gk5OTjAzM8OAAQOQlZWFWbNmwd7eHuXLl8e0adM01vt6F/c7d+6gc+fOsLa2hqmpKXx8fHJ1xXr9GGV3cY+IiIAgCPj9999Rp04dGBsbo1mzZkhKSsL+/fvh5uYGCwsLdOnSBc+ePZPWExAQgEGDBmHQoEGwtLREuXLlMH78eI3vzU8//QQfHx+Ym5vD3t4eXbp0QVJSkkZ7Ll++jLZt28LCwgLm5ub48MMPERsbi7CwMKxbtw6//vqr1FMjIiIiz30iIiIiehNZWVnYtGkTnj59igYNGuSa/vLlS/z444+wtLSEl5cXAMDLywtnz57Fo0ePEBUVhfT0dFSvXh3Hjx/HuXPnMGTIEKV3g4je0FsX6A8fPsSBAwcwcOBAmJqa5ppuZWUFADh48CCSk5MxcuTIXPMEBQXBxcUFv/zyCwCgd+/euH79Oo4dOybNk5aWhm3bthV49Tw/PXr0QNmyZYvc1T0/L168QJkyZTTeMzY2xp07d3Dr1q0Clx01ahRGjBiB8+fPo0GDBggKCkJycjKAV11sKlWqhK1bt+Kff/7BhAkT8M0332DLli0a6wgPD0dsbCzCw8Oxbt06rF27VuNERkhICG7fvo3w8HBs27YN33//fa7i87PPPpMK3aioKNStWxfNmzfHw4cPpXliY2Oxf/9+HDhwAL/88gtWrVqFNm3a4M6dO/jjjz8wc+ZMfPvtt/kW3GlpaWjSpAnu3r2L3bt348KFCxg9enSxuxCFhYVhyZIlOHHiBG7fvo3g4GAsWLAAGzduxG+//YaDBw9i8eLFGsusW7cO+vr6OH36NBYuXIh58+Zh5cqV0vSMjAxMmTIFFy5cwK5duxAXF4eQkBBp+t27d9G4cWMYGRnh6NGjiIqKQq9evZCZmYmRI0ciODgYLVu2REJCAhISEtCwYcNi7RMRERFRXi5dugQzMzMYGRmhX79+2LlzJ9zd3aXpe/fuhZmZGcqUKYP58+fj0KFDKFeuHAAgMDAQX3zxBXx9fRESEoJ169bB1NQU/fv3x/Lly7Fs2TK4urrC399f6jZPRLrprfsU37hxA6IoombNmgXOd+3aNQCAm5tbntNr1qwpzePu7o769etj9erVaNy4MYBX936LoohOnToVu40qlQouLi6Ii4sr9rI5BQYG4quvvkJISAiaNm2KGzduYO7cuQBe3YPt7Oyc77KDBg1Cx44dAbwaCOTAgQNYtWoVRo8eDQMDA0yaNEmat0qVKvjrr7+wZcsWBAcHS++XLVsWS5YsgZ6eHmrWrIk2bdrgyJEj+PLLL3Ht2jXs378fp0+fhq+vLwBg1apVGsf7+PHjOH36NJKSkqTu6HPmzMGuXbuwbds26TYAtVqN1atXw9zcHO7u7mjatCmuXr2Kffv2QaVSwdXVFTNnzkR4eDg++OCDXPu6ceNG3L9/H2fOnIG1tTUAoHr16sU+3lOnToW/vz+AVydtxo4di9jYWKmHw//+9z+Eh4djzJgx0jKOjo6YP38+BEGAq6srLl26hPnz5+PLL78E8OoWhmxVq1bFokWL4Ovri7S0NJiZmWHp0qWwtLTEpk2bYGBgAODVfV/ZjI2N8eLFC9jb2+fb7hcvXuDFixfS16mpqcXed6I38foJRCI5MGekhPcxZ66uroiOjkZKSgq2bduGHj164I8//pCK9KZNmyI6OhoPHjzAihUrEBwcjFOnTqF8+fIAXl3YCAsLk9Y3adIktGjRAgYGBpg6dSouXbqEvXv3onv37oiKitLGLuoUQRDg4ODAQeJI57z1FfTi3rtR1Pl79eqFbdu24cmTJwBedW//7LPPYG5uXuw2Zm83+wewVatWMDMzg5mZWYHd5V/35ZdfYtCgQWjbti0MDQ1Rv3596YSBSlXwoczZRUlfXx8+Pj6IiYmR3lu6dCnq1asHW1tbmJmZ4ccff0R8fLzGOmrVqgU9PT3p6woVKkhXyGNiYqCvr4969epJ02vWrCn1YACACxcuIC0tDTY2NtL+m5mZ4ebNm4iNjZXmc3Z21jjOdnZ2cHd319hHOzu7XFfns0VHR6NOnTpScf6mPD09NbZnYmKicftBXm2oX7++xi/aBg0a4Pr169IghFFRUQgKCoKTkxPMzc3RpEkTAJCOdXR0ND788EOpOH8T06dPh6WlpfRydHQEwFHcSV7Zt10wZyQn5oyU8L7mzNDQENWrV0e9evUwffp0eHl5adzyaGpqiurVq6N+/fpYtWoV9PX1sWrVqjzXdeXKFfz888+YMmUKIiIi0LhxY9ja2iI4OBjnzp2TPl+/zwRBgL6+/nuXM9J9b12g16hRA4Ig4MqVKwXOl30VMmdRmlNMTIzGlcrswnfLli24fv06IiMj36h7O/DqXp7r16+jSpUqAICVK1ciOjoa0dHR2LdvX5HXIwgCZs6cibS0NNy6dQv//fcf/Pz8ACDf+9aLYtOmTRg5ciR69+6NgwcPIjo6Gj179sTLly815nu9aBQEoVjdxtPS0lChQgVp37NfV69exahRowrcTnG2bWxsXOQ2FSTnNovbhrw8ffoUgYGBsLCwwIYNG3DmzBns3LkTAKRjXRJtHzt2LFJSUqTX7du3AXAgEpLX+zjqMSmPOSMlMGevqNVqjR55RZ0uiiL69u2LefPmwczMDFlZWdKYRdn/Zl+4eJ+p1WrEx8dzFHfSOW/dxd3a2hqBgYFYunQphgwZkus+9MePH8PKygoff/wxrK2tMXfu3Fz37e7evRvXr1/HlClTpPfMzc3x2WefYfXq1YiNjYWLiws+/PDDN2rjunXr8OjRI6mLecWKFd9oPdn09PSkdfzyyy9o0KABbG1tC1zm5MmTUnf9zMxMREVFYdCgQQCAyMhINGzYEAMGDJDmz3lFuyhq1qwprTe7i/vVq1fx+PFjaZ66deviv//+g76+foHd8d+Wp6cnVq5ciYcPH771VfTiev2++JMnT6JGjRrQ09PDlStXkJycjBkzZkhXtc+ePasxv6enJ9atW4eMjIw8r6IbGhoW+kfNyMjojUe0JyIiovfP2LFj0apVKzg5OeHJkyfYuHEjIiIi8Pvvv+Pp06eYNm0aPvnkE1SoUAEPHjzA0qVLcffuXXz22We51rVy5UrY2tpKzz339/dHWFgYTp48if3798Pd3V2jhyUR6ZYSGcV96dKlyMrKgp+fH7Zv347r168jJiYGixYtkrp2m5qa4ocffsCvv/6KPn364OLFi4iLi8OqVasQEhKC//3vfxr3WwOv7js+ceIEli9frnHvcEGePXuG//77D3fu3MHJkycxZswY9OvXD/3790fTpk0LXPbGjRuIjo7Gf//9h/T0dOkKc/bV1QcPHmD58uW4cuUKoqOjMXToUGzduhULFiwo0jHauXMnrly5goEDB+LRo0fSPtWoUQNnz57F77//jmvXrmH8+PE4c+ZMkfY3m6urK1q2bIm+ffvi1KlTiIqKQmhoqMYV4RYtWqBBgwZo3749Dh48iLi4OJw4cQLjxo3LVai+jc6dO8Pe3h7t27dHZGQk/v33X2zfvh1//fVXiW0jP/Hx8Rg+fDiuXr2KX375BYsXL8bQoUMBAE5OTjA0NMTixYvx77//Yvfu3RonhYBXYwWkpqaiU6dOOHv2LK5fv46ffvoJV69eBfCq+//Fixdx9epVPHjwQGMUfSIiIqI3kZSUhO7du8PV1RXNmzfHmTNn8Pvvv+Ojjz6SLjJkPykpe6DhP//8M9etmomJiZg2bRoWLVokvefn54cRI0agTZs22LJlC9asWaP07hFRMZTIg6erVq2Kc+fOYdq0aRgxYgQSEhJga2uLevXqYdmyZdJ82YN6TZs2DR9++CGeP3+OGjVqYNy4cRg2bFiue0AaNWoEV1dX3LhxA927dy9SW1asWIEVK1bA0NAQNjY2qFevHjZv3owOHToUumxoaKjG48/q1KkDALh586Z0xXndunUYOXIkRFFEgwYNEBERIXVzL8iMGTMwY8YMREdHo3r16ti9e7c08mbfvn1x/vx5fP755xAEAZ07d8aAAQOwf//+Iu1ztjVr1iA0NBRNmjSBnZ0dpk6divHjx0vTBUHAvn37MG7cOPTs2RP379+Hvb09GjduDDs7u2JtqyCGhoY4ePAgRowYgdatWyMzMxPu7u5YunRpiW0jP927d0d6ejr8/Pygp6eHoUOHSoPf2draYu3atfjmm2+waNEi1K1bF3PmzMEnn3wiLW9jY4OjR49i1KhRaNKkCfT09ODt7S0NVvfll18iIiICPj4+SEtLQ3h4OAICAmTfLyIiIiq98ruXHHg1YF5Rn0RkZ2eX56DIEyZMwIQJE960eUSkIEF832/wkVlcXByqVKmC8+fPw9vbW9vNKdUCAgLg7e1dpB4NSkpNTYWlpSUOHz6c56MIiUpKzsEwieTCnJES3tWc1a9fX9tNoGJQq9WFDvRMlJfsz/cpKSmwsLAo0XUzkUQK4bkwkpMoitKLSC7MGSmBOSMliKKIzMxM5ox0Dgt0IqJS4vnz59puAr0HmDNSAnNGchNFEffu3WOBTjqnRO5Bp/w5OzvzB18hERER2m4CERERERHRG+MVdCIiIiIiIiIdwAKdiKiUeBcHVKJ3D3NGSmDOSAnMGekidnEnUgj/CJCcBEGAsbGxtptBpRxzRkpgzkgJKpUKlStX1nYziHLhFXQihXAsApKTKIrIyspizkhWzBkpgTkjJYiiiPT0dOaMdA6voBMpxMfHB1ZWVtpuBpVSarUa8fHxcHJy4jNdSTbMGSmBOSMliKKIxMREODk5sZcj6RT+1iMiIiIiIiLSASzQiYiIiIiIiHQAC3QiolLCwMBA202g9wBzRkpgzkgJzBnpIkHkyAhEskpNTYWlpSVSUlJgYWGh7eYQEREREdFbkPPzPa+gEymE58JITqIo4smTJ8wZyYo5IyUwZ6QE5ox0FQt0IoXwDwDJSRRFJCcnM2ckK+aMlMCckRKYM9JVLNCJiIiIiIiIdAALdCIiIiIiIiIdwAKdiKiUMDY21nYT6D3AnJESmDNSAnNGukhf2w0gel+oVDwfRvJRqVSws7PTdjOolGPOSAnMGSmBOSNdxYqBSCEchITkJIoiHj9+zJyRrJgzUgJzRkpgzkhXsUAnUgj/AJCc+EGDlMCckRKYM1ICc0a6igU6ERERERERkQ5ggU5ERERERESkA1igExGVEmZmZtpuAr0HmDNSAnNGSmDOSBdxFHcihXAUd5KTSqVCuXLltN0MKuWYM1ICc0ZKYM5IV7FiIFKIWq3WdhOoFFOr1Xjw4AFzRrJizkgJzBkpgTkjXcUCnYiolEhLS9N2E+g9wJyREpgzUgJzRrqIXdyJFFJn8kGIhqbabgaVUnqCCD9bEafv/40sUdB2c0jHxc1oo+0mEBERUR54BZ2IiIiIiIhIB7BAJ1KIWtR2C6g0U4vA7acCc0ayEgQBVlZWEAT20iD5MGekBOaMdBW7uBMpRIQA/gkguYgQcOeptltBpV32B1oiOTFnpATmjHQVr6ATKUQFXtok+aggwt1KzZyRrNRqNRITEznqMcmKOSMlMGekq1igEymEPahIToIAWBoyZyS/9PR0bTeB3gPMGSmBOSNdxAKdiIiIiIiISAewQCciIqJCHTt2DJ988gk++OAD6OnpYdeuXRrTExMTERISAgcHB5iYmKBly5a4fv26xjzDhw+HtbU1HB0dsWHDBo1pW7duRVBQkNy7QUREpNNYoL+nIiIiIAgCHj9+/EbLr127tkQG1hAEQfqQFxcXB0EQEB0d/dbr1UUcXZvkpBaB2FSO4k7yefr0Kby8vDB//vxc00RRRPv27fHvv//i119/xfnz51G5cmW0aNECT5++Gr1wz5492LhxIw4ePIhZs2YhNDQUDx48AACkpKRg3LhxWLp0qaL7RLpJEATY2NhwdG2SFXNGuooFuhaEhISgffv22m4GKUzkGO4kIxECkp4LzBnJplWrVpg2bRq6dOmSa9r169dx8uRJLFu2DL6+vnB1dcWyZcuQnp6OX375BQAQExODgIAA+Pj4oHPnzrCwsMDNmzcBAKNHj0b//v3h5OSk6D6RbhIEAebm5iycSFbMGekqFuhEClEJvLRJ8lEJIryt1cwZyUqtVuPu3bu53n/x4gUAoEyZMtJ7KpUKRkZGOH78OADAy8sLZ8+exaNHjxAVFYX09HRUr14dx48fx7lz5zBkyBBldoJ0XnbOOLo2yYk5I13FAl0H/f3332jVqhXMzMxgZ2eHbt26Sd0AAeDJkyfo2rUrTE1NUaFCBcyfPx8BAQEYNmyYNM9PP/0EHx8fmJubw97eHl26dEFSUlKx2vH48WP07dsXdnZ2KFOmDGrXro29e/dqzPP777/Dzc0NZmZmaNmyJRISEqRpZ86cwUcffYRy5crB0tISTZo0wblz50r0WAQEBGDIkCEYPXo0rK2tYW9vj7CwMI11XLlyBY0aNUKZMmXg7u6Ow4cPa3StB4Dbt28jODgYVlZWsLa2Rrt27RAXFydNj4iIgJ+fH0xNTWFlZQV/f3/cunWrWPvC87MkJwGAsT5zRvLLyMjI9V7NmjXh5OSEsWPH4tGjR3j58iVmzpyJO3fuSH8XAgMD8cUXX8DX1xchISFYt24dTE1N0b9/fyxfvhzLli2Dq6sr/P39cfnyZaV3i3RMXjkjKmnMGekiFug65vHjx2jWrBnq1KmDs2fP4sCBA0hMTERwcLA0z/DhwxEZGYndu3fj0KFD+PPPP3MVvhkZGZgyZQouXLiAXbt2IS4uDiEhIUVuh1qtRqtWrRAZGYmff/4Z//zzD2bMmAE9PT1pnmfPnmHOnDn46aefcOzYMcTHx2PkyJHS9CdPnqBHjx44fvw4Tp48iRo1aqB169Z48uRJiR0LANKHvFOnTmHWrFmYPHkyDh06BADIyspC+/btYWJiglOnTuHHH3/EuHHjch2rwMBAmJub488//0RkZKR0wuHly5fIzMxE+/bt0aRJE1y8eBF//fUX+vTpk2+XqBcvXiA1NVXjRURUmhkYGGDHjh24du0arK2tYWJigvDwcLRq1Qoq1f991AgLC8ONGzdw6dIldOjQAdOnT0eLFi1gYGCAqVOn4vjx4wgNDUX37t21uDdERETao6/tBpCmJUuWoE6dOvjuu++k91avXg1HR0dcu3YNFSpUwLp167Bx40Y0b94cALBmzRo4ODhorKdXr17S/6tWrYpFixbB19cXaWlpMDMzK7Qdhw8fxunTpxETEwMXFxdpPTllZGRg+fLlqFatGgBg0KBBmDx5sjS9WbNmGvP/+OOPsLKywh9//IG2bdu+9bHIbpenpycmTpwIAKhRowaWLFmCI0eO4KOPPsKhQ4cQGxuLiIgI2NvbAwCmTZuGjz76SFrn5s2boVarsXLlSqnoXrNmDaysrBAREQEfHx+kpKSgbdu20r66ubnl2+7p06dj0qRJhe4fEVFpUq9ePURHRyMlJQUvX76Era0tPvjgA/j4+OQ5/5UrV/Dzzz/j/PnzWL16NRo3bgxbW1sEBwejV69eePLkCczNzRXeCyIiIu3iFXQdc+HCBYSHh8PMzEx61axZEwAQGxuLf//9FxkZGfDz85OWsbS0hKurq8Z6oqKiEBQUBCcnJ5ibm6NJkyYAgPj4+CK1Izo6GpUqVZKK4LyYmJhIBSsAVKhQQaMbfWJiIr788kvUqFEDlpaWsLCwQFpaWpHbUNixyObp6amxXM52XL16FY6OjlJxDkDj2GVv58aNGzA3N5e2Y21tjefPnyM2NhbW1tYICQlBYGAggoKCsHDhQo2u/K8bO3YsUlJSpNft27cBcBR3kpdaBP55zFHcSV6CIMDOzq7AeSwtLWFra4vr16/j7NmzaNeuXa55RFFE3759MW/ePJiZmSErK0vqapr9b1ZWVsnvAL0TsnPGwbtITswZ6SpeQdcxaWlpCAoKwsyZM3NNq1ChAm7cuFHoOp4+fYrAwEAEBgZiw4YNsLW1RXx8PAIDA/Hy5csitcPY2LjQeQwMDDS+FgQBovh/1UGPHj2QnJyMhQsXonLlyjAyMkKDBg2K3IbCjkVB7SjOgB9paWmoV69ermfyAoCtrS2AV1fUhwwZggMHDmDz5s349ttvcejQIdSvXz/XMkZGRjAyMsr1vgiB9weTbEQISCnajxbRG0lLS9P4G3Tz5k1ER0fD2toaTk5O2Lp1K2xtbeHk5IRLly5h6NChaN++PT7++ONc61q5ciVsbW2l5577+/sjLCwMJ0+exP79++Hu7l4ij/Kkd5MgCEX6HEL0Npgz0lUs0HVM3bp1sX37djg7O0NfP/e3p2rVqjAwMMCZM2ekx9GkpKTg2rVraNy4MYBX3QaTk5MxY8YMODo6AgDOnj1brHZ4enrizp07Gl3JiysyMhLff/89WrduDeDVQGw5B3grTGHHoihcXV1x+/ZtJCYmSld9zpw5k2s7mzdvRvny5WFhYZHvuurUqYM6depg7NixaNCgATZu3JhngZ4fPUEEL26SXPQEET7lRJx9ICBL5KkgKnlnz55F06ZNpa+HDx8O4NXJ2LVr1yIhIQHDhw9HYmIiKlSogO7du2P8+PG51pOYmIhp06bhxIkT0nt+fn4YMWIE2rRpg/Lly2PdunXy7xDpLLVajdu3b8PR0VFjDAOiksScka5iGrUkJSUF0dHRGq/bt29j4MCBePjwITp37owzZ84gNjYWv//+O3r27ImsrCyYm5ujR48eGDVqFMLDw3H58mX07t0bKpVK6qLj5OQEQ0NDLF68GP/++y92796NKVOmFKt9TZo0QePGjdGxY0ccOnQIN2/exP79+3HgwIEir6NGjRr46aefEBMTg1OnTqFr167FOlNZ2LEoio8++gjVqlVDjx49cPHiRURGRuLbb78FAOl4de3aFeXKlUO7du3w559/4ubNm4iIiMCQIUNw584d3Lx5E2PHjsVff/2FW7du4eDBg7h+/XqB96ETaYOKdTnJKCAgAFlZWbh58yaysrIgiiJEUcTatWsBAEOGDMHt27fx8uVL3Lp1C1OmTIGhoWGu9djZ2SEuLi7X2CkTJkxAcnIyYmJict2KRO+fnD3yiOTCnJEuYoGuJREREdIV2ezXpEmT4ODggMjISGRlZeHjjz+Gh4cHhg0bBisrK+ns3rx589CgQQO0bdsWLVq0gL+/P9zc3KTnz9ra2mLt2rXYunUr3N3dMWPGDMyZM6fYbdy+fTt8fX3RuXNnuLu7Y/To0cW6J3DVqlV49OgR6tati27dumHIkCEoX758kZcvyrEojJ6eHnbt2oW0tDT4+voiNDRUGsU9+3iZmJjg2LFjcHJywqeffgo3Nzf07t0bz58/h4WFBUxMTHDlyhV07NgRLi4u6NOnDwYOHIi+ffsWeV+IiIiIiIgKI4g8dfTOe/r0KSpWrIi5c+eid+/e2m6OzouMjESjRo1w48YNjUHu5JKamgpLS0s4f7UZoqGp7Nuj95OeIMLPVsTp++ziToWLm9HmjZZTq9WIj4+Hk5MTu4SSbJgzUgJzRm8j+/N9SkpKgbfIvgneg/4OOn/+PK5cuQI/Pz+kpKRIjzbLa6RcAnbu3AkzMzPUqFEDN27cwNChQ+Hv769IcZ5TlsguKySfLBGIThaQxVOuJCNBEODg4MBRj0lWzBkpgTkjXcUC/R01Z84cXL16FYaGhqhXrx7+/PNPlCtXTtvN0klPnjzBmDFjEB8fj3LlyqFFixaYO3euFlrCPwAkJwEv1SKYM5KTIAjQ19fnB1qSFXNGSmDOSFexizuRzNjFnZTALu5UHOziTrqMOSMlMGf0NuTs4s40EhEREREREekAFuhEREREREREOoAFOhEREREREZEOYIFOpBDeF0xyyhIF3n9OslOpVLxfk2THnJESmDPSVRzFnUghl8I+hqWlpbabQaWUKIrIyMiAgYEBR6Ql2YiiiMzMTOaMZMWckRKYM9JVPGVEpBA+MIHkJIoi7t27x5yRrJgzUgJzRkpgzkhXsUAnIiIiIiIi0gEs0ImIiIiIiIh0AAt0IqJSgvfQkRKYM1ICc0ZKYM5IFwkib7wgklVqaiosLS2RkpICCwsLbTeHiIiIiIjegpyf73kFnUghPBdGchJFEenp6cwZyYo5IyUwZ6QE5ox0FQt0IoXwDwDJSRRFJCYmMmckK+aMlMCckRKYM9JVLNCJiIiIiIiIdAALdCIiIiIiIiIdwAKdiKiUMDAw0HYT6D3AnJESmDNSAnNGuoijuBPJjKO4ExERERGVHhzFnagU4LkwkpMoinjy5AlzRrJizkgJzBkpgTkjXcUCnUgh/ANAchJFEcnJycwZyYo5IyUwZ6QE5ox0FQt0IiIiIiIiIh3AAp2IiIiIiIhIB7BAJyIqJYyNjbXdBHoPMGekBOaMlMCckS7S13YDiN4XKhXPh5F8VCoV7OzstN0MKuWYM1ICc0ZKYM5IV7FAJ1LI6dOnYWZmpu1mUCkliiIyMzOhr68PQRC03Zz3Qv369bXdBMWJooiUlBRYWloyZyQb5oyUwJyRruIlPSKiUiIjI0PbTaBSThRFPH78mKMek6yYM1ICc0a6igU6ERERERERkQ5ggU5ERERERESkA1igExGVEvr6HFaE5MexNEgJzBkpgTkjXcRPc0QK4QAkJCdBEGBoaKjtZlApp1KpUK5cOW03g0o55oyUwJyRruIVdCKFcBASkpMoinj58iVzRrJSq9V48OAB1Gq1tptCpRhzRkpgzkhXsUAnIiolMjMztd0EKoJjx44hKCgIDg4OEAQBu3btyjVPTEwMPvnkE1haWsLU1BS+vr6Ij4+Xpg8fPhzW1tZwdHTEhg0bNJbdunUrgoKCZGt/WlqabOsmysackRKYM9JFLNALEBAQgGHDhpXoOkVRRJ8+fWBtbQ1BEBAdHZ1rnrVr18LKyqpEt/u6kJAQtG/fXtZtvCucnZ2xYMGCIs8fFhYGb29v2dpDRKXb06dP4eXlhaVLl+Y5PTY2Fo0aNULNmjURERGBixcvYvz48ShTpgwAYM+ePdi4cSMOHjyIWbNmITQ0FA8ePAAApKSkYNy4cfmum4iIiHTbO30PekhICB4/fpzn1QdddeDAAaxduxYRERGoWrWq1u59WbhwIbvCEhFpQatWrdCqVat8p48bNw6tW7fGrFmzpPeqVasm/T8mJgYBAQHw8fGBj48Phg0bhps3b6JcuXIYPXo0+vfvDycnJ1n3gYiIiOTBK+gKi42NRYUKFdCwYUPY29trbdRlS0tL2a/SE5GyDAwMtN0EektqtRq//fYbXFxcEBgYiPLly+ODDz7QOBHt5eWFs2fP4tGjR4iKikJ6ejqqV6+O48eP49y5cxgyZIhs7RMEAVZWVhz0kmTFnJESmDPSVaW6QJ83bx48PDxgamoKR0dHDBgwINe9JpGRkQgICICJiQnKli2LwMBAPHr0KM/1/fbbb7C0tMx1v19Of/zxB/z8/GBkZIQKFSrg66+/lu4LDQkJweDBgxEfHw9BEODs7Fxg+3ft2oUaNWqgTJkyCAwMxO3bt6VpeXVRHzZsGAICAqSvt23bBg8PDxgbG8PGxgYtWrTA06dP81w+ICAAQ4YMwejRo2FtbQ17e3uEhYVprP/x48cIDQ2Fra0tLCws0KxZM1y4cEGafuHCBTRt2hTm5uawsLBAvXr1cPbsWQDArVu3EBQUhLJly8LU1BS1atXCvn378t13Z2dnTJ06Fd27d4eZmRkqV66M3bt34/79+2jXrh3MzMzg6ekprT/b9u3bUatWLRgZGcHZ2Rlz587VmJ6UlISgoCAYGxujSpUqeX4vC9vPN8U/ACQnQRBgYGDAnL3jkpKSkJaWhhkzZqBly5Y4ePAgOnTogE8//RR//PEHACAwMBBffPEFfH19ERISgnXr1sHU1BT9+/fH8uXLsWzZMri6usLf3x+XL18u0fbxAy0pgTkjJTBnpKtKdYGuUqmwaNEiXL58GevWrcPRo0cxevRoaXp0dDSaN28Od3d3/PXXXzh+/DiCgoKQlZWVa10bN25E586dsWHDBnTt2jXP7d29exetW7eGr68vLly4gGXLlmHVqlWYOnUqgFfdyidPnoxKlSohISEBZ86cybftz549w7Rp07B+/XpERkbi8ePH6NSpU5H3PSEhAZ07d0avXr0QExODiIgIfPrppwV2a8/+kHfq1CnMmjULkydPxqFDh6Tpn332GZKSkrB//35ERUWhbt26aN68OR4+fAgA6Nq1KypVqoQzZ84gKioKX3/9tXRFb+DAgXjx4gWOHTuGS5cuYebMmYU+e3L+/Pnw9/fH+fPn0aZNG3Tr1g3du3fHF198gXPnzqFatWro3r27tE9RUVEIDg5Gp06dcOnSJYSFhWH8+PFYu3attM6QkBDcvn0b4eHh2LZtG77//nskJSVpbLew/SzMixcvkJqaqvECOIo7yUsURbx48YI5e8dljybcrl07fPXVV/D29sbXX3+Ntm3bYvny5dJ8YWFhuHHjBi5duoQOHTpg+vTpaNGiBQwMDDB16lQcP34coaGh6N69e4m3LzExkaMek6yYM1ICc0a66p2+B70wOQd4y74i269fP3z//fcAgFmzZsHHx0f6GgBq1aqVaz1Lly7FuHHjsGfPHjRp0iTf7X3//fdwdHTEkiVLIAgCatasiXv37mHMmDGYMGECLC0tYW5uDj09Pdjb2xfY9oyMDCxZsgQffPABgFfFs5ubG06fPg0/P79C9z0hIQGZmZn49NNPUblyZQCAh4dHgct4enpi4sSJAIAaNWpgyZIlOHLkCD766CMcP34cp0+fRlJSEoyMjAAAc+bMwa5du7Bt2zb06dMH8fHxGDVqFGrWrCmtI1t8fDw6duwotaFq1aqF7kPr1q3Rt29fAMCECROwbNky+Pr64rPPPgMAjBkzBg0aNEBiYiLs7e0xb948NG/eHOPHjwcAuLi44J9//sHs2bMREhKCa9euYf/+/Th9+jR8fX0BAKtWrYKbm5u0zaLsZ2GmT5+OSZMmFTofUUnL6+QivVvKlSsHfX19uLu7a7zv5uaG48eP57nMlStX8PPPP+P8+fNYvXo1GjduDFtbWwQHB6NXr1548uQJzM3NS6yN6enpJbYuovwwZ6QE5ox0Uam+gn748GE0b94cFStWhLm5Obp164bk5GQ8e/YMwP9dQS/Itm3b8NVXX+HQoUMFFufAq4F7GjRooNFVxt/fH2lpabhz506x2q6vry8VkQBQs2ZNWFlZISYmpkjLe3l5oXnz5vDw8MBnn32GFStW5Nt1P5unp6fG1xUqVJCuLl+4cAFpaWmwsbGBmZmZ9Lp58yZiY2MBvHrsT2hoKFq0aIEZM2ZI7wPAkCFDMHXqVPj7+2PixIm4ePFiofuQsz12dnYANE8yZL+X3caYmBj4+/trrMPf3x/Xr19HVlYWYmJioK+vj3r16knTs49rtqLsZ2HGjh2LlJQU6ZXz1gQiooIYGhrC19cXV69e1Xj/2rVr0snWnERRRN++fTFv3jyYmZkhKysLGRkZACD9yxM3RERE745SW6DHxcWhbdu28PT0xPbt2xEVFSU9dubly5cAAGNj40LXU6dOHdja2mL16tU61XVUpVLlak/2hzEA0NPTw6FDh7B//364u7tj8eLFcHV1xc2bN/Nd5+sDTAmCIHX7SUtLQ4UKFRAdHa3xunr1KkaNGgXgVZfLy5cvo02bNjh69Cjc3d2xc+dOAEBoaCj+/fdfdOvWDZcuXYKPjw8WL15c4D7mbE/2SY+83ivJrklF2c/CGBkZwcLCQuNFRJQtLS1N+t0CADdv3kR0dLT0nPNRo0Zh8+bNWLFiBW7cuIElS5Zgz549GDBgQK51rVy5Era2ttJzz/39/XH06FGcPHkS8+fPh7u7OwcEJSIieoeU2gI9KioKarUac+fORf369eHi4oJ79+5pzOPp6YkjR44UuJ5q1aohPDwcv/76KwYPHlzgvG5ubvjrr780CufIyEiYm5ujUqVKxWp/ZmamxgBoV69exePHj6Xu2La2tkhISNBY5vVnqguCAH9/f0yaNAnnz5+HoaGhVDAXV926dfHff/9BX18f1atX13jlfFSci4sLvvrqKxw8eBCffvop1qxZI01zdHREv379sGPHDowYMQIrVqx4o7bkx83NDZGRkRrvRUZGwsXFBXp6eqhZsyYyMzMRFRUlTc8+rsXdTyJdZGhoqO0mUBGcPXsWderUQZ06dQC86n1Up04dTJgwAQDQoUMHLF++HLNmzYKHhwdWrlyJ7du3o1GjRhrrSUxMxLRp07Bo0SLpPT8/P4wYMQJt2rTBli1bNH4HlwRBEGBjY8NBlUhWzBkpgTkjXfXO34OekpKSqzC1sbFB9erVkZGRgcWLFyMoKAiRkZEaA+wAr7oie3h4YMCAAejXrx8MDQ0RHh6Ozz77LFfRGR4ejoCAAOjr62PBggV5tmXAgAFYsGABBg8ejEGDBuHq1auYOHEihg8fDpWqeOdCDAwMMHjwYCxatAj6+voYNGgQ6tevL91/3qxZM8yePRvr169HgwYN8PPPP+Pvv/+WPvCdOnUKR44cwccff4zy5cvj1KlTuH//vsb91sXRokULNGjQAO3bt8esWbOkEx6//fYbOnTogFq1amHUqFH43//+hypVquDOnTs4c+YMOnbsCODVeACtWrWCi4sLHj16hPDw8DduS35GjBgBX19fTJkyBZ9//jn++usvLFmyRBpjwNXVFS1btkTfvn2xbNky6OvrY9iwYRo9KQrbTx8fnzduH/8AkJwEQdDaYxupeAICAgrtkdWrVy/06tWrwHns7OwQFxeX6/0JEyZIxX5JEwShRO9nJ8oLc0ZKYM5IV73zV9AjIiKkKxHZr0mTJsHLywvz5s3DzJkzUbt2bWzYsAHTp0/XWNbFxQUHDx7EhQsX4OfnhwYNGuDXX3/N80Ouq6srjh49il9++QUjRozIsy0VK1bEvn37cPr0aXh5eaFfv37o3bs3vv3222Lvl4mJCcaMGYMuXbrA398fZmZm2Lx5szQ9MDAQ48ePx+jRo+Hr64snT55ojNZrYWGBY8eOoXXr1nBxccG3336LuXPnolWrVsVuC/Dql9i+ffvQuHFj9OzZEy4uLujUqRNu3boFOzs76OnpITk5Gd27d4eLiwuCg4PRqlUrabC0rKwsDBw4EG5ubmjZsiVcXFw0BucrCXXr1sWWLVuwadMm1K5dGxMmTMDkyZMREhIizbNmzRo4ODigSZMm+PTTT9GnTx+UL1++yPv5NnTpFgkqfURRxPPnz5kzkpVarcbdu3c56jHJijkjJTBnpKsEkZ/miGSVmpoKS0tLHDp0qNBHyxG9KVEUkZ6eDmNjY/bWUEj9+vW13QTFqdVqxMfHw8nJqdg9w4iKijkjJTBn9DayP9+npKSU+HhTTCMRERERERGRDmCBTkRERERERKQDWKATEZUSRkZG2m4ClXKCIMDOzo63UZCsmDNSAnNGuopD/hIphH8ASE6CIEBPT0/bzaBSThAEjSdfEMmBOSMlMGekq3gFnUghHI+R5JQ9SBxzRnJSq9W4desWRz0mWTFnpATmjHQVC3QiolKCxTkpgTkjJTBnpATmjHQRC3QiIiIiIiIiHcB70IkU4uPjAysrK203g0opPs+ViIiI6N3HT3FECuEgcSQnQRDg4ODAnJGsmDNSAnNGSmDOSFexQCdSCP8AkJwEQYC+vj5zRrJizkgJzBkpgTkjXcUCnUghHCWU5JTdxZ05IzkxZ6QE5oyUwJyRrmKBTkRERERERKQDWKATERERERER6QAW6EREREREREQ6QBBFUdR2I4hKs9TUVFhaWiIlJQUWFhbabg6VYmq1mo9YI9kxZ6QE5oyUwJzRm5Lz8z0TSaQQngsjOYmiiMzMTOaMZMWckRKYM1ICc0a6igU6kUL4B4DkJIoi7t27x5yRrJgzUgJzRkpgzkhXsUAnIiIiIiIi0gEs0ImIiIiIiIh0AAt0IqJSQhAEbTeB3gPMGSmBOSMlMGekiziKO5HMOIo7EREREVHpwVHciUoBngsjOYmiiPT0dOaMZMWckRKYM1ICc0a6igU6kUL4B4DkJIoiEhMTmTOSFXNGSmDOSAnMGekqFuhEREREREREOoAFOhEREREREZEO0Nd2A4jeF96TDwKGptpuBpVSKkGEZ1kRFx/9DbX4/oxKGzejjbab8N4xMDDQdhPoPcCckRKYM9JFLNCJFKIWBXZZIdmoRQHRD9+fwpy0Q6VSoWLFitpuBpVyzBkpgTkjXcV6gUghAjgICclHgIjyZUTmjGQliiKePHnCQZVIVswZKYE5I13FAp1IISpe3CQZqQSgmoXInJGsRFFEcnIyP9CSrJgzUgJzRrqKBToRERERERGRDmCBTkRERERERKQDWKATKYQ9qEhOogikvGTOSH7GxsbabgK9B5gzUgJzRrqIo7gTKUQNjuJO8lFDwD+PeQM6yUulUsHOzk7bzaBSjjkjJTBnpKtYL5QCcXFxEAQB0dHR2m6KTgkICMCwYcO03QwJR9cmOQkQUcmUo7gX1bFjxxAUFAQHBwcIgoBdu3blO2+/fv0gCAIWLFig8f7w4cNhbW0NR0dHbNiwQWPa1q1bERQUJEPLtUsURTx+/JiDKpGsmDNSAnNGuuq9KdBDQkIgCEKuV8uWLbXdtLfm6OiIhIQE1K5dW9tNkYWzs3OuD8ZFsWPHDkyZMqXI88t9ooOja5OcVALgaMpR3Ivq6dOn8PLywtKlSwucb+fOnTh58iQcHBw03t+zZw82btyIgwcPYtasWQgNDcWDBw8AACkpKRg3blyh634X8QMtKYE5IyUwZ6Sr3qsu7i1btsSaNWs03jMyMtJSa0qOnp4e7O3ttd2MEvfy5UsYGhq+8fLW1tYl2BoiKk1atWqFVq1aFTjP3bt3MXjwYPz+++9o06aNxrSYmBgEBATAx8cHPj4+GDZsGG7evIly5cph9OjR6N+/P5ycnOTcBSIiIiqF3psr6MCrYtze3l7jVbZsWWn648eP0bdvX9jZ2aFMmTKoXbs29u7dK03fvn07atWqBSMjIzg7O2Pu3Lka63d2dsZ3332HXr16wdzcHE5OTvjxxx815rl06RKaNWsGY2Nj2NjYoE+fPkhLS5Omh4SEoH379vjuu+9gZ2cHKysrTJ48GZmZmRg1ahSsra1RqVIljRMNeV35vXz5Mtq2bQsLCwuYm5vjww8/RGxsbJ7HZe3atbCystJ4b9euXRCE/7sUFxYWBm9vb/z0009wdnaGpaUlOnXqhCdPnkjzqNVqzJo1C9WrV4eRkRGcnJwwbdo0afrt27cRHBwMKysrWFtbo127doiLi8u179OmTYODgwNcXV0REBCAW7du4auvvpJ6PQBAcnIyOnfujIoVK8LExAQeHh745ZdfNPbh9S7uhX1/qlSpAgCoU6cOBEFAQEAAjh07BgMDA/z3338a6x42bBg+/PDDPI8nEb371Go1unXrhlGjRqFWrVq5pnt5eeHs2bN49OgRoqKikJ6ejurVq+P48eM4d+4chgwZooVWExER0bvuvSrQC6JWq9GqVStERkbi559/xj///IMZM2ZAT08PABAVFYXg4GB06tQJly5dQlhYGMaPH4+1a9dqrGfu3Lnw8fHB+fPnMWDAAPTv3x9Xr14F8KpLZWBgIMqWLYszZ85g69atOHz4MAYNGqSxjqNHj+LevXs4duwY5s2bh4kTJ6Jt27YoW7YsTp06hX79+qFv3764c+dOnvty9+5dNG7cGEZGRjh69CiioqLQq1cvZGZmvtUxio2Nxa5du7B3717s3bsXf/zxB2bMmCFNHzt2LGbMmIHx48fjn3/+wcaNG6XBNzIyMhAYGAhzc3P8+eefiIyMhJmZGVq2bImXL19K6zhy5AiuXr2KQ4cOYe/evdixYwcqVaqEyZMnIyEhAQkJCQCA58+fo169evjtt9/w999/o0+fPujWrRtOnz5d4D4U9P3JXvbw4cNISEjAjh070LhxY1StWhU//fSTtI6MjAxs2LABvXr1KtbxYw8qkpMoAknpAnNWQmbOnAl9ff18C+3AwEB88cUX8PX1RUhICNatWwdTU1P0798fy5cvx7Jly+Dq6gp/f39cvnxZ4dbLy8zMTNtNoPcAc0ZKYM5IF71XXdz37t2b6wfxm2++wTfffIPDhw/j9OnTiImJgYuLCwCgatWq0nzz5s1D8+bNMX78eACAi4sL/vnnH8yePRshISHSfK1bt8aAAQMAAGPGjMH8+fMRHh4OV1dXbNy4Ec+fP8f69ethamoKAFiyZAmCgoIwc+ZMqZi1trbGokWLoFKp4OrqilmzZuHZs2f45ptvAPxfIXz8+HF06tQp134uXboUlpaW2LRpEwwMDKT2vi21Wo21a9fC3NwcANCtWzccOXIE06ZNw5MnT7Bw4UIsWbIEPXr0AABUq1YNjRo1AgBs3rwZarUaK1eulK6Cr1mzBlZWVoiIiMDHH38MADA1NcXKlSs1urbr6enB3Nxcoxt/xYoVMXLkSOnr7G6oW7ZsgZ+fX777UND3x9bWFgBgY2Ojsa3evXtjzZo1GDVqFIBX954+f/4cwcHBeW7jxYsXePHihfR1amrqq+PHUdxJRmoIiH1S+HxUuKioKCxcuBDnzp3T6En0urCwMISFhUlfT5o0CS1atICBgQGmTp2KS5cuYe/evejevTuioqIUaLn8VCoVypUrp+1mUCnHnJESmDPSVe9VvdC0aVNER0drvPr16wcAiI6ORqVKlfItZGNiYuDv76/xnr+/P65fv46srCzpPU9PT+n/giDA3t4eSUlJ0jq8vLyk4jx7HWq1WrqKCwC1atWCSvV/3xo7Ozt4eHhIX+vp6cHGxkZa7+uio6Px4YcfSsV5SXF2dpaKcwCoUKGCxr69ePECzZs3z3PZCxcu4MaNGzA3N4eZmRnMzMxgbW2N58+fa3S99/DwKNJ951lZWZgyZQo8PDxgbW0NMzMz/P7774iPjy9wuYK+P/kJCQnBjRs3cPLkSQCvbgkIDg7W+D7mNH36dFhaWkovR0dHAICKo2uTjFQQUc1cZM5KwJ9//omkpCQ4OTlBX18f+vr6uHXrFkaMGAFnZ+c8l7ly5Qp+/vlnTJkyBREREWjcuDFsbW0RHByMc+fOadwO9C5Tq9V48OAB1Gq1tptCpRhzRkpgzkhXvVdX0E1NTVG9evU8pxkbG5fINl4vigVBKPYPfl7rKM56i7svKpUq1wiWGRkZRWpXdhsK22ZaWhrq1auX61FEAKQr1wDyLXpfN3v2bCxcuBALFiyAh4cHTE1NMWzYMI3u8nl5k+9P+fLlERQUhDVr1qBKlSrYv38/IiIi8p1/7NixGD58uPR1amoqHB0dIQhg6USyEQSgvLGIuDQG7W1169YNLVq00HgvMDAQ3bp1Q8+ePXPNL4oi+vbti3nz5sHMzAxZWVnS79Dsf3OeyH3XpaWlcRBOkh1zRkpgzkgXvVcFekE8PT1x584dXLt2Lc+r6G5uboiMjNR4LzIyEi4uLtJ96oVxc3PD2rVr8fTpU6kQjYyMlLqylxRPT0+sW7cOGRkZRbqKbmtriydPnmi0q7iPGqtRowaMjY1x5MgRhIaG5ppet25dbN68GeXLl4eFhUWx1m1oaJjrw21kZCTatWuHL774AsCrs6DXrl2Du7t7sdb9+naAvD9Ih4aGonPnzqhUqRKqVauWqzdFTkZGRqXi6QBEpVlaWhpu3LghfX3z5k1ER0fD2toaTk5OsLGx0ZjfwMAA9vb2ef6uXrlyJWxtbaXnnvv7+yMsLAwnT57E/v374e7unmsgTiIiIqK8vFdd3F+8eIH//vtP45X93NomTZqgcePG6NixIw4dOoSbN29i//79OHDgAABgxIgROHLkCKZMmYJr165h3bp1WLJkicZ90IXp2rUrypQpgx49euDvv/9GeHg4Bg8ejG7dukn3n5eEQYMGITU1FZ06dcLZs2dx/fp1/PTTTxrd6HP64IMPYGJigm+++QaxsbHYuHFjrsHvClOmTBmMGTMGo0ePxvr16xEbG4uTJ09i1apVAF7te7ly5dCuXTv8+eefuHnzJiIiIjBkyJB8B7vL5uzsjGPHjuHu3bvS96tGjRo4dOgQTpw4gZiYGPTt2xeJiYnFavPrypcvD2NjYxw4cACJiYlISUmRpgUGBsLCwgJTp07N8woaEb1bzp49izp16qBOnToAgOHDh6NOnTqYMGFCsdaTmJiIadOmYdGiRdJ7fn5+GDFiBNq0aYMtW7bkerwnERERUX7eqwL9wIEDqFChgsYrexAz4NVj1Hx9fdG5c2e4u7tj9OjR0tXUunXrYsuWLdi0aRNq166NCRMmYPLkyRoDxBXGxMQEv//+Ox4+fAhfX1/873//Q/PmzbFkyZIS3U8bGxscPXoUaWlpaNKkCerVq4cVK1bkezXd2toaP//8M/bt2yc9riznwEdFNX78eIwYMQITJkyAm5sbPv/8c+n+bhMTExw7dgxOTk749NNP4ebmht69e+P58+eFXlGfPHky4uLiUK1aNak7/Lfffou6desiMDAQAQEBsLe3R/v27Yvd5pz09fWxaNEi/PDDD3BwcEC7du2kaSqVCiEhIcjKykL37t3faP1qdjsmGalF4PZTgTkrooCAAIiimOuV38nJuLg4jcc2ZrOzs0NcXBwcHBw03p8wYQKSk5MRExNT4MCV7xpBEGBlZVXg4HlEb4s5IyUwZ6SrBPH1m4+JKE+9e/fG/fv3sXv37mItl5qa+mqwuGFboDIykal1RO+nuBlttN0EIiIies9kf75PSUkp9u27hXmvrqATvYmUlBQcP34cGzduxODBg994PRxdm+Skggh3KzVzRrJSq9VITEzkqMckK+aMlMCcka7iIHFEhWjXrh1Onz6Nfv364aOPPnrj9XAUd5KTIACWhq/+ZdBITunp6dpuAr0HmDNSAnNGuogFOlEhCnqkGhERERERUUlhF3ciIiIiIiIiHcACnUghHF2b5KQWgdhUjuJO8hIEATY2Nhz1mGTFnJESmDPSVeziTqQQEQL4J4DkIkJA0nNtt4JKO0EQYG5uru1mUCnHnJESmDPSVbyCTqQQlcBLmyQflSDC21rNnJGs1Go17t69y1GPSVbMGSmBOSNdxSvoRAqJnvAxrKystN0MKqXUajXi4+Ph5OQElYrnXkk+GRkZ2m4CvQeYM1ICc0a6iJ/iiIiIiIiIiHQAC3QiIiIiIiIiHcACnUghHCWU5CQIAuzs7JgzkhVzRkpgzkgJzBnpKt6DTqQQ/gEgOQmCAGNjY203g0o55oyUwJyREpgz0lW8gk6kEI4SSnJSq9W4desWc0ayYs5ICcwZKYE5I13FAp2IqJQQRT5ijeTHnJESmDNSAnNGuogFOhEREREREZEOYIFOREREREREpANYoBMphIPEkZwEQYCDgwNzRrJizkgJzBkpgTkjXcUCnUgh/ANAchIEAfr6+swZyYo5IyUwZ6QE5ox0FQt0IoVwlFCSk1qtRnx8PHNGsmLOSAnMGSmBOSNdxQKdiIiIiIiISAewQCciIiIiIiLSASzQiYiIiIiIiHSAIIqiqO1GEJVmqampsLS0REpKCiwsLLTdHCrF1Go1VCqedyV5MWekBOaMlMCc0ZuS8/M9E0mkEJ4LIzmJoojMzEzmjGTFnJESmDNSAnNGuooFOpFC+AeA5CSKIu7du8eckayYM1ICc0ZKYM5IV+lruwFE74s6kw9CNDTVdjOolNITRPjZijh9/29kico/0zVuRhvFt0lERERU2vAKOhEREREREZEOYIFORFRKqNlLjxQgCMr30KD3D3NGSmDOSBexizuRQrJEgWfESDZZooBT9/lBg+SlUqlQuXJlbTeDSjnmjJTAnJGuYr1ApBABvLxJ8hEgwtJQZM5IVqIoIj09nYMqkayYM1ICc0a6igU6kUJUvLhJMlIJgLuVyJyRrERRRGJiIj/QkqyYM1ICc0a6igU6ERERERERkQ5ggU5ERERERESkA1igEymEHahITiKA9Mx3L2fHjh1DUFAQHBwcIAgCdu3aJU3LyMjAmDFj4OHhAVNTUzg4OKB79+64d++exjqGDx8Oa2trODo6YsOGDRrTtm7diqCgICV25b1hYGCg7SbQe4A5IyUwZ6SLWKCTTnJ2dsaCBQtKdJ0REREQBAGPHz8u0fUWlVrkzcEkH7UoIPqh6p3L2dOnT+Hl5YWlS5fmmvbs2TOcO3cO48ePx7lz57Bjxw5cvXoVn3zyiTTPnj17sHHjRhw8eBCzZs1CaGgoHjx4AABISUnBuHHj8lw3vRmVSoWKFStCpeLHB5IPc0ZKYM5IVzGROiwkJASCIEAQBBgaGqJ69eqYPHkyMjMztd00nRcQEIBhw4ZpvNewYUMkJCTA0tJSK23i6NokJwEiypd590Zxb9WqFaZOnYoOHTrkmmZpaYlDhw4hODgYrq6uqF+/PpYsWYKoqCjEx8cDAGJiYhAQEAAfHx907twZFhYWuHnzJgBg9OjR6N+/P5ycnBTdp9JMFEU8efKEgyqRrJgzUgJzRrqKBbqOa9myJRISEnD9+nWMGDECYWFhmD17tmzbe/nypWzr1vb2DQ0NYW9vD0HQzhVGjq5NclIJQDWL0j+Ke0pKCgRBgJWVFQDAy8sLZ8+exaNHjxAVFYX09HRUr14dx48fx7lz5zBkyBDtNriUEUURycnJ/EBLsmLOSAnMGekqFug6zsjICPb29qhcuTL69++PFi1aYPfu3QCAR48eoXv37ihbtixMTEzQqlUrXL9+XWP57du3o1atWjAyMoKzszPmzp2rMd3Z2RlTpkxB9+7dYWFhgT59+uTZjoCAAAwePBjDhg1D2bJlYWdnhxUrVuDp06fo2bMnzM3NUb16dezfv19aJisrC71790aVKlVgbGwMV1dXLFy4UGO9ISEhaN++PaZNmwYHBwe4urrmuf2VK1fCysoKR44cAQD8/fffaNWqFcz+X3v3HV/T/f8B/HVuttwM2YksQiIkiKCCEnsXRYyUxOjXVqtWCaHEbq2iRoKarVHUHimNUStqh1QEsSuRECS55/eHR87PlSEh99wrXs/H4z4qZ37Ova8m933O53yOUgl7e3t069ZN6tYaGhqKP//8E3PnzpV6ICQkJOTo4h4VFQVLS0vs2bMH3t7eUCqV0gmRbJmZmRg8eDAsLS1hbW2NUaNGISQkBG3btn3HJ0dERe3FixcYNWqUdKUcAJo2bYqvvvoK1atXR2hoKFauXAlTU1P069cPixcvxqJFi+Dl5YXatWvj4sWLWj4CIiIiovyxQP/ImJiYSFeZQ0NDcerUKWzbtg3Hjh2DKIpo0aIFMjIyAACnT59GUFAQOnfujPPnz2PixIkYP348oqKi1LY5a9YsVK5cGWfPnsX48ePz3PfKlSthY2ODv//+G4MGDUK/fv3QsWNH1KpVC2fOnEGTJk3QrVs3PH/+HACgUqng7OyMX3/9FZcuXUJYWBjGjh2LjRs3qm33wIEDuHr1Kvbt24cdO3bk2O+MGTMwevRo7N27Fw0bNkRycjIaNGgAPz8/nDp1Crt378b9+/cRFBQEAJg7dy4CAgLw9ddf4+7du7h79y5cXFxyPabnz59j1qxZWL16NQ4fPozExESMGDFCmj99+nSsWbMGkZGRiImJwdOnT9UGscrNy5cv8fTpU7UXEX2YjIwMBAUFQRRFLFq0SG3exIkTcf36dZw/fx7t2rVDREQEGjVqBAMDA3z//ff466+/0Lt3b3Tv3l1LrSciIiIqGH1tN4AKRhRFHDhwAHv27MGgQYNw7do1bNu2DTExMahVqxYAYM2aNXBxccHWrVvRsWNHzJkzBw0bNpSKbk9PT1y6dAkzZ85EaGiotO0GDRpg+PDh72xD5cqVMW7cOADAmDFjMG3aNNjY2ODrr78GAISFhWHRokX4559/ULNmTRgYGCA8PFxav3Tp0jh27Bg2btwoFdMAYGpqimXLlsHQ0DDHPkeNGoXVq1fjzz//RMWKFQEACxYsgJ+fH6ZOnSott2LFCri4uCAuLg6enp4wNDREiRIl4ODgkO8xZWRkYPHixfDw8AAADBw4EJMmTZLmz58/H2PGjJHuj12wYAF27tyZ7zYjIiLUjjsbe1CRJokikPKqeOYsuzi/efMmDh48KF09z82VK1fwyy+/4OzZs1ixYgXq1q0LW1tbBAUFoWfPnkhNTYWZmZmMrS9+TExMtN0E+gQwZyQH5ox0EQt0Hbdjxw4olUpkZGRApVKha9eumDhxIg4cOAB9fX189tln0rLW1tbw8vLC5cuXAbwePKlNmzZq26tduzZ+/PFHZGVlQU9PDwBQrVq1ArWlUqVK0r/19PRgbW0NX19faZq9vT0A4MGDB9K0hQsXYsWKFUhMTER6ejpevXqFKlWqqG3X19c31+J89uzZePbsGU6dOoUyZcpI08+dO4dDhw5BqVTmWCc+Ph6enp4FOh4AKFGihFScA4Cjo6PU/pSUFNy/fx81atRQO25/f3+oVKo8tzlmzBgMGzZM+vnp06dwcXGBCgK7rJDGqCDgUnLxuwE9uzi/du0aDh06BGtr6zyXFUURffr0wZw5c6BUKpGVlSX1KMr+b1ZWliztLq4UCoX0u55IU5gzkgNzRrqKBbqOq1+/PhYtWgRDQ0M4OTlBX7/oPzJTU9MCLff2syIFQVCblj34Wnbxun79eowYMQKzZ89GQEAAzMzMMHPmTJw4caJA+//888/xxx9/YOPGjRg9erQ0PS0tDa1bt8b06dNzrOPo6FigY8nvmD50sBAjIyMYGRnlmP6xja5NHxcBIkqZAneeASI+nkI9LS0N169fl36+ceMGYmNjYWVlBUdHR3To0AFnzpzBjh07kJWVhXv37gEArKyscpzYW7ZsGWxtbaXnnteuXRsTJ07E8ePHsWvXLlSoUEEaXI7ejyiKSElJgYWFhdYG3KTijzkjOTBnpKtYoOs4U1NTlC1bNsd0b29vZGZm4sSJE1IX98ePH+Pq1auoUKGCtExMTIzaejExMfD09JSunmtSdvf7/v37S9Pi4+MLvH6NGjUwcOBANGvWDPr6+tK94VWrVsWmTZvg7u6e5wkLQ0PDD75SZmFhAXt7e5w8eRJ169YF8Prq25kzZ3L0AigIhQCW6KQxCgFwMRVx97mArI8oaKdOnUL9+vWln7N7n4SEhGDixInSoJhv/z936NAhBAYGSj/fv38fU6ZMwdGjR6VpNWrUwPDhw9GyZUvY2dlh5cqVmjuQT4QoikhOToa5uTm/0JLGMGckB+aMdBUL9I9UuXLl0KZNG3z99ddYsmQJzMzMMHr0aJQqVUrq1j58+HBUr14dkydPRqdOnXDs2DEsWLAAP/30k2xtXLVqFfbs2YPSpUtj9erVOHnyJEqXLl3gbdSqVQs7d+5E8+bNoa+vjyFDhmDAgAFYunQpunTpgpEjR8LKygrXr1/H+vXrsWzZMujp6cHd3R0nTpxAQkIClEolrKys3usYBg0ahIiICJQtWxbly5fH/Pnz8eTJE/4iJyoigYGB+fZaKWiPFnt7eyQkJOSYHhYWhrCwsPdtHhEREZGseEvsRywyMhL+/v5o1aoVAgICIIoidu7cKXXbrlq1KjZu3Ij169fDx8cHYWFhmDRpktoAcZrUp08ffPnll+jUqRM+++wzPH78WO1qekHVqVMHf/zxB8aNG4f58+fDyckJMTExyMrKQpMmTeDr64shQ4bA0tISCsXrSI8YMQJ6enqoUKECbG1tkZiY+F7HkP1Ip+7duyMgIABKpRJNmzaFsbHxe22PiIiIiIgoL4L4oTfcEn1CVCoVvL29ERQUhMmTJxdonadPn8LCwgJuQzYARgW735+osBQQUdoMuJH6esA4uSVMayn7Pkl+KpUK//33H6ysrKQTokRFjTkjOTBn9CGyv9+npKTk+3SZ98Eu7kT5uHnzJvbu3Yt69erh5cuXWLBgAW7cuIGuXbsWelscxZ00SQUB8anabgUVdwqFAjY2NtpuBhVzzBnJgTkjXcV6gSgfCoUCUVFRqF69OmrXro3z589j//798Pb2Lvy2OEQcaZACIjzMROaMNEqlUuHRo0f5PmqS6EMxZyQH5ox0Fa+gE+XDxcUlx0j470vgKO6kQYIA2JmISEhj0Eiz0tLS3nvgTaKCYs5IDswZ6SJeQSciIiIiIiLSASzQiYiIiIiIiHQAC3QimajY7Zg0SCUCt54JzBlplCAIsLS0hCDI/6QA+nQwZyQH5ox0Fe9BJ5KJCEELD7+iT4UIAbefabsVVNxlf6El0iTmjOTAnJGuYoFOJJN/JjTmHwLSGJVKhYcPH8LW1pbPcyWNYc5IDswZyYE5I13FNBIRFRPp6enabgJ9ApgzkgNzRnJgzkgXsUAnIiIiIiIi0gEs0ImIiIiIiIh0AAt0IplwlFDSJEEQYG1tzZyRRjFnJAfmjOTAnJGu4iBxRDLhHwDSJEEQYGZmpu1mUDHHnJEcmDOSA3NGuopX0IlkolKptN0EKsZUKhXu3LnDnJFGMWckB+aM5MCcka5igU5EVExkZGRouwn0CWDOSA7MGcmBOSNdxAKdiIiIiIiISAewQCciIiIiIiLSASzQiWTCQeJIkwRBgL29PXNGGsWckRyYM5IDc0a6iqO4E8mEfwBIkwRBgImJibabQcUcc0ZyYM5IDswZ6SpeQSeSCUcJJU1SqVS4efMmc0YaxZyRHJgzkgNzRrqKBToRUTEhiqK2m0CfAOaM5MCckRyYM9JFLNCJiIiIiIiIdAALdCIiIiIiIiIdwAKdSCYcJI40SRAEODk5MWekUcwZyYE5IzkwZ6SrWKATyYR/AEiTBEGAvr4+c0YaxZyRHJgzkgNzRrqKj1kjkknlibshGppquxlUAAnTWmq7CYWmUqmQmJgIV1dXKBQ890qawZyRHJgzkgNzRrqKaSQiIiIiIiLSASzQiYiIiIiIiHQAC3QiIiIiIiIiHcACnUgmWSIHISHNUSgUvI+ONI45IzkwZyQH5ox0FRNJJBtR2w2gYkwURWRmZkIUmTPSHOaM5MCckRyYM9JVLNCJZKLHC+ikQaIoIikpiV80SKOYM5IDc0ZyYM5IV7FAJyIqAu7u7hAEIcdrwIABAIBZs2bBzs4OdnZ2mD17ttq6J06cgL+/PzIzM7XRdCIiIiLSESzQtczd3R0//vhjgZaNioqCpaWlRtujKxISEiAIAmJjY7XdFKICOXnyJO7evSu99u3bBwDo2LEj/vnnH4SFhWH9+vVYt24dxo0bh/PnzwMAMjMz0bdvXyxevBj6+vraPAQiIiIi0jIW6EUkNDRUumJmaGiIsmXLYtKkSe+8Inby5En873//K9A+OnXqhLi4uKJobq7q16+PZcuWaWz72QRBwNatW/NdxsXFBXfv3oWPj4/G20NUFGxtbeHg4CC9duzYAQ8PD9SrVw9XrlxBpUqV0KBBAzRs2BCVKlXClStXAAAzZ85E3bp1Ub169Q9ugyDwPgrSPOaM5MCckRyYM9JFvFxThJo1a4bIyEi8fPkSO3fuxIABA2BgYIAxY8bkWPbVq1cwNDSEra1tgbdvYmICExOTomyy5L///kNMTAzWr1+vke0Xlp6eHhwcHLTdjCKVJQo8I/aJePXqFX755RcMGzYMgiDA19cXcXFxSExMhCiKiIuLg4+PD+Lj4xEZGYnTp09/8D4VCgXc3NyKoPVEeWPOSA7MGcmBOSNdxXqhCBkZGcHBwQFubm7o168fGjVqhG3btgF4fYW9bdu2mDJlCpycnODl5QUgZxf35ORk9OnTB/b29jA2NoaPjw927NgBIGcX94kTJ6JKlSpYvXo13N3dYWFhgc6dOyM1NVVaJjU1FcHBwTA1NYWjoyN++OEHBAYGYsiQIWpt/+OPP1C1alXY29sDAC5evIhWrVrB3NwcZmZm+PzzzxEfHw8AUKlUmDRpEpydnWFkZIQqVapg9+7d0rZevXqFgQMHwtHREcbGxnBzc0NERIR0vADQrl07CIIg/fy2t7u4P3nyBMHBwbC1tYWJiQnKlSuHyMjId+4vt67yycnJEAQB0dHR0rQLFy6gefPmUCqVsLe3R7du3fDo0SNp/m+//QZfX1+YmJjA2toajRo1wrNnz3Jte14EjuL+ydi6dSuSk5MRGhoKAPD29sbUqVPRuHFjNGnSBBEREfD29kafPn0wY8YM7NmzBz4+PvDz88Phw4ffa5+iKCI9PZ2D3ZBGMWckB+aM5MCcka7iFXQNMjExwePHj6WfDxw4AHNzc+ne1LepVCo0b94cqamp+OWXX+Dh4YFLly5BT08vz33Ex8dj69at2LFjB548eYKgoCBMmzYNU6ZMAQAMGzYMMTEx2LZtG+zt7REWFoYzZ86gSpUqatvZtm0b2rRpAwC4c+cO6tati8DAQBw8eBDm5uaIiYmRuuvPnTsXs2fPxpIlS+Dn54cVK1bgiy++wMWLF1GuXDnMmzcP27Ztw8aNG+Hq6opbt27h1q1bAF536bezs0NkZCSaNWuW77G9afz48bh06RJ27doFGxsbXL9+Henp6QCQ7/4KIjk5GQ0aNEDv3r3xww8/ID09HaNGjUJQUBAOHjyIu3fvokuXLpgxYwbatWuH1NRUHDlyJM9f6C9fvsTLly+ln58+fQoAUAh80NqnYvny5WjevDmcnJykaX379kXfvn2ln1euXAkzMzMEBATAy8sLJ0+exO3bt9G5c2fcuHEDRkZGhdqnKIq4f/8+XF1d2WWPNIY5IzkwZyQH5ox0FQt0DRBFEQcOHMCePXswaNAgabqpqSmWLVsGQ0PDXNfbv38//v77b1y+fBmenp4AgDJlyuS7L5VKhaioKJiZmQEAunXrhgMHDmDKlClITU3FypUrsXbtWjRs2BAAEBkZqVY0AK8Lyt27d2PixIkAgIULF8LCwgLr16+HgYEBAEjtAV6PRj1q1Ch07twZADB9+nQcOnQIP/74IxYuXIjExESUK1cOderUgSAIat2Hsrv0W1paFqoLe2JiIvz8/FCtWjUAULvynt/+CmLBggXw8/PD1KlTpWkrVqyAi4sL4uLikJaWhszMTHz55ZfStn19ffPcXkREBMLDwwvVBio+bt68if3792Pz5s15LvPo0SOEh4fj8OHDOHHiBDw9PVGuXDmUK1cOGRkZiIuLyzdjRERERFQ8sYt7EdqxYweUSiWMjY3RvHlzdOrUSSp6gddFXV7FOQDExsbC2dlZrRh+F3d3d6k4BwBHR0c8ePAAAPDvv/8iIyMDNWrUkOZbWFhI3euzHTx4EHZ2dqhYsaLUjs8//1wqzt/09OlTJCUloXbt2mrTa9eujcuXLwN43Z0/NjYWXl5eGDx4MPbu3Vvg48lLv379sH79elSpUgUjR47E0aNHpXkfur9z587h0KFDUCqV0qt8+fIAXvdQqFy5Mho2bAhfX1907NgRS5cuxZMnT/Lc3pgxY5CSkiK9CnM1nz5+kZGRsLOzQ8uWLfNcZujQoRg6dCicnZ2RlZWFjIwMaV5mZiaysrLkaCoRERER6RgW6EWofv36iI2NxbVr15Ceno6VK1fC1NRUmv/mv3PzPgPAvV1EC4IAlUpVqG1s27YNX3zxxQe1401Vq1bFjRs3MHnyZKSnpyMoKAgdOnT4oG02b94cN2/exNChQ5GUlISGDRtixIgR79yfQvE64m92R3+zGAKAtLQ0tG7dGrGxsWqva9euoW7dutDT08O+ffuwa9cuVKhQAfPnz4eXlxdu3LiRa1uNjIxgbm6u9gLYvf1ToFKpEBkZiZCQkDwfmbZv3z7ExcVJz0evXr06rly5gl27duHnn3+Gnp5ejpNoBZXbSTWiosackRyYM5IDc0a6iAV6ETI1NUXZsmXh6ur6Xs8zrlSpEm7fvl1kj1IrU6YMDAwMcPLkSWlaSkqK2vZFUcT27dul+8+z23HkyJEchSwAmJubw8nJCTExMWrTY2JiUKFCBbXlOnXqhKVLl2LDhg3YtGkT/vvvPwCvfxm+zxVCW1tbhISE4JdffsGPP/6In3/++Z37y+5Sf/fuXWnZt5+tXrVqVVy8eBHu7u4oW7as2iv7pIogCKhduzbCw8Nx9uxZGBoaYsuWLYVqv0rk/U3F3f79+5GYmIiePXvmOj89PR0DBw7EkiVLpJNHzs7OmD9/Pnr06IEpU6Zg5cqV73WSTKFQoFSpUtJ2iTSBOSM5MGckB+aMdBXvQdch9erVQ926ddG+fXvMmTMHZcuWxZUrVyAIApo1a1bo7ZmZmSEkJATffvstrKysYGdnhwkTJkChUEiDYZw+fRrPnz9HnTp1pPUGDhyI+fPno3PnzhgzZgwsLCxw/Phx1KhRA15eXvj2228xYcIEeHh4oEqVKoiMjERsbCzWrFkDAJgzZw4cHR3h5+cHhUKBX3/9FQ4ODtII9O7u7jhw4ABq164NIyMjlCxZ8p3HEhYWBn9/f1SsWBEvX77Ejh074O3t/c79KRQK1KxZE9OmTUPp0qXx4MEDjBs3Tm3bAwYMwNKlS9GlSxeMHDkSVlZWuH79OtavX49ly5bh1KlTOHDgAJo0aQI7OzucOHECDx8+lPZfUBzFvfhr0qRJvqPBmpiY4OrVqzmm9+7dG7179/6gfYuiiLS0NCiVSg52QxrDnJEcmDOSA3NGuoqnjHTMpk2bUL16dXTp0gUVKlTAyJEjP+h+1Dlz5iAgIACtWrVCo0aNULt2bXh7e8PY2BgA8Pvvv6NFixZqV/ytra1x8OBBpKWloV69evD398fSpUulbkCDBw/GsGHDMHz4cPj6+mL37t3Ytm0bypUrB+D1iYEZM2agWrVqqF69OhISErBz507pDOXs2bOxb98+uLi4wM/Pr0DHYWhoiDFjxqBSpUpSt/PsZ7a/a38rVqxAZmYm/P39MWTIEHz//fdq287uEZCVlYUmTZrA19cXQ4YMkQp8c3NzHD58GC1atICnpyfGjRuH2bNno3nz5oX6LBT83U8aJIoiHj9+zMfFkEYxZyQH5ozkwJyRrhJEpvKT8uzZM5QqVQqzZ89Gr169UKlSJYwbNw5BQUHablqx9fTpU1hYWMB96AaIhvmPQ0C6IWFa3gO86SqVSoXExES4urqyux5pDHNGcmDOSA7MGX2I7O/3KSkp0nhTRYVd3Iu5s2fP4sqVK6hRowZSUlIwadIkAECbNm3w6tUrtG/fvtBXgomIiIiIiKjosUD/BMyaNQtXr16FoaEh/P39ceTIEdjY2AAAJkyYoOXWfTrYV4U07UOfwEBUEMwZyYE5IzkwZ6SLWKAXc35+fjh9+rS2m0EAVBA46ANpjEKhgL29vbabQcUcc0ZyYM5IDswZ6SrWC0Qy4SjupEmiKCI5OZmD3ZBGMWckB+aM5MCcka5igU4kE47iTprELxokB+aM5MCckRyYM9JVLNCJiIiIiIiIdAALdCIiIiIiIiIdwEHiiGRyNqwJLC0ttd0MKsaUSqW2m0CfAOaM5MCckRyYM9JFLNCJZKJQsMMKaY5CoZAen0ikKcwZyYE5IzkwZ6SrWDEQyUSlUmm7CVSMqVQqPHr0iDkjjWLOSA7MGcmBOSNdxQKdiKiYSEtL03YT6BPAnJEcmDOSA3NGuogFOhEREREREZEOYIFOREREREREpANYoBPJRBAEbTeBijFBEGBpacmckUYxZyQH5ozkwJyRruIo7kQy4R8A0qTsLxpEmsSckRyYM5IDc0a6ilfQiWTCUUJJk1QqFe7fv8+ckUYxZyQH5ozkwJyRrmKBTkRUTKSnp2u7CfQJYM5IDswZyYE5I13EAp2IiIiIiIhIB7BAJyIiIiIiItIBLNCJZMJB4kiTBEGAtbU1c0YaxZyRHJgzkgNzRrqKo7gTyYR/AEiTBEGAmZmZtptBxRxzRnJgzkgOzBnpKl5BJ5IJRwklTVKpVLhz5w5zRhrFnJEcmDOSA3NGuooFOhFRMZGRkaHtJtAngDkjOTBnJAfmjHQRC3QiIiIiIiIiHcACnYiIiIiIiEgHcJA4IpmcOnUKSqVS282gAqhZs6a2m1BogiDA3t6egxGSRjFnJAfmjOTAnJGuYoFOJBP+ASBNEgQBJiYm2m4GFXPMGcmBOSM5MGekq9jFnUgmoihquwlUjKlUKty8eZOj0ZJGMWckB+aM5MCcka5igU5EVEzwJBDJgTkjOTBnJAfmjHQRC3QiIiIiIiIiHcACnYiIiIiIiEgHsEAnIioGBEGAk5MTByMkjWLOSA7MGcmBOSNdxQKdSCb8A0CaJAgC9PX1mTPSKOaM5MCckRyYM9JVOl+gBwYGYsiQIUW6TVEU8b///Q9WVlYQBAGxsbEFWi8qKgqWlpZF2hY5JSQkvPN4nz9/jvbt28Pc3ByCICA5OVm29hU1Xfu8OBBJ8ebu7g5BEHK8BgwYAACYNWsW7OzsYGdnh9mzZ6ute+LECfj7+yMzM/O9969SqZCYmMjRaEmjmDOSA3NGcmDOSFd98HPQQ0NDkZycjK1btxZBc+Sxe/duREVFITo6GmXKlIGNjY22m6QzVq5ciSNHjuDo0aOwsbGBhYWFtpukMxISElC6dGmcPXsWVapU0XZzSMecPHkSWVlZ0s8XLlxA48aN0bFjR/zzzz8ICwvDjh07IIoiWrVqhSZNmsDX1xeZmZno27cvfv75Z+jrf/CvZCIiIiL6iH2S3wbj4+Ph6OiIWrVqabspOic+Ph7e3t7w8fF5721kZWVBEAQoFB/eQaMot0WkSba2tmo/T5s2DR4eHqhXrx5+/fVXVKpUCQ0aNAAAVKpUCVeuXIGvry9mzpyJunXronr16tpoNhERERHpEI1XPXPmzIGvry9MTU3h4uKC/v37Iy0tTW2ZmJgYBAYGokSJEihZsiSaNm2KJ0+e5Lq9P/74AxYWFlizZk2e+/zzzz9Ro0YNGBkZwdHREaNHj5a6joaGhmLQoEFITEyEIAhwd3fPcztRUVFwdXVFiRIl0K5dOzx+/DjHMr///juqVq0KY2NjlClTBuHh4WrdVAVBwJIlS9CqVSuUKFEC3t7eOHbsGK5fv47AwECYmpqiVq1aiI+Pl9aJj49HmzZtYG9vD6VSierVq2P//v1q+3V3d8fUqVPRs2dPmJmZwdXVFT///LPaMn///Tf8/PxgbGyMatWq4ezZs3keK/D6doLZs2fj8OHDEAQBgYGBAIAnT56ge/fuKFmyJEqUKIHmzZvj2rVrau+TpaUltm3bhgoVKsDIyAiJiYk5th8dHQ1BEPDHH3+gUqVKMDY2Rs2aNXHhwoV3butdbSjI5xUaGoq2bduqTRsyZIh0nMDr7k4zZsxA2bJlYWRkBFdXV0yZMgUAULp0aQCAn5+f2vtD9LZXr17hl19+Qc+ePSEIAnx9fREXF4fExETcvHkTcXFx8PHxQXx8PCIjI/H9999ru8lEREREpAM0XqArFArMmzcPFy9exMqVK3Hw4EGMHDlSmh8bG4uGDRuiQoUKOHbsGP766y+0bt1aratotrVr16JLly5Ys2YNgoODc93fnTt30KJFC1SvXh3nzp3DokWLsHz5cukL8Ny5czFp0iQ4Ozvj7t27OHnyZK7bOXHiBHr16oWBAwciNjYW9evXz/El+siRI+jevTu++eYbXLp0CUuWLEFUVJRU0GWbPHkyunfvjtjYWJQvXx5du3ZFnz59MGbMGJw6dQqiKGLgwIHS8mlpaWjRogUOHDiAs2fPolmzZmjdunWOonf27NlS4d2/f3/069cPV69elbbRqlUrVKhQAadPn8bEiRMxYsSIvD4mAMDmzZvx9ddfIyAgAHfv3sXmzZsBvC5sT506hW3btuHYsWMQRREtWrRARkaGtO7z588xffp0LFu2DBcvXoSdnV2e+/n2228xe/ZsnDx5Era2tmjduvU7t/WuNhTk8yqIMWPGYNq0aRg/fjwuXbqEtWvXwt7eHsDrEx4AsH//frX3p6A4CMmnY+vWrUhOTkZoaCgAwNvbG1OnTkXjxo3RpEkTREREwNvbG3369MGMGTOwZ88e+Pj4wM/PD4cPH36vfSoUCri6urK3CWkUc0ZyYM5IDswZ6SqNd3F/c4A3d3d3fP/99+jbty9++uknAMCMGTNQrVo16WcAqFixYo7tLFy4EN999x22b9+OevXq5bm/n376CS4uLliwYAEEQUD58uWRlJSEUaNGISwsDBYWFjAzM4Oenh4cHBzy3M7cuXPRrFkz6WSCp6cnjh49it27d0vLhIeHY/To0QgJCQEAlClTBpMnT8bIkSMxYcIEabkePXogKCgIADBq1CgEBARg/PjxaNq0KQDgm2++QY8ePaTlK1eujMqVK0s/T548GVu2bMG2bdvUCvkWLVqgf//+0nZ/+OEHHDp0CF5eXli7di1UKhWWL18OY2NjVKxYEbdv30a/fv3yPGYrKyuUKFEChoaG0ntz7do1bNu2DTExMdItAWvWrIGLiwu2bt2Kjh07AgAyMjLw008/qbU7LxMmTEDjxo0BvL7n3dnZGVu2bJHeo7e3VZA2FOTzepfU1FTMnTsXCxYskD5TDw8P1KlTB8D/d2G2trbONzsvX77Ey5cvpZ+fPn0KgIPEfUqWL1+O5s2bw8nJSZrWt29f9O3bV/p55cqVMDMzQ0BAALy8vHDy5Encvn0bnTt3xo0bN2BkZFSofYqiiMzMTBgYGPBkEGkMc0ZyYM5IDswZ6SqNnzLav38/GjZsiFKlSsHMzAzdunXD48eP8fz5cwD/fwU9P7/99huGDh2Kffv25VucA8Dly5cREBCg9j9a7dq1kZaWhtu3bxe43ZcvX8Znn32mNi0gIEDt53PnzmHSpElQKpXS6+uvv8bdu3el4wNe32+aLftqrK+vr9q0Fy9eSIVcWloaRowYAW9vb1haWkKpVOLy5cs5rqC/uV1BEODg4IAHDx5I7c/uRp5X+wv6Pujr66u9F9bW1vDy8sLly5elaYaGhmrtyc+b7bCysnrntgrShoJ8Xu9y+fJlvHz58p15fJeIiAhYWFhILxcXlw/aHn1cbt68if3796N37955LvPo0SOEh4dj/vz5OHHiBDw9PVGuXDnUr18fGRkZiIuLK/R+RVFEUlISTwSRRjFnJAfmjOTAnJGu0miBnpCQgFatWqFSpUrYtGkTTp8+jYULFwJ4fY8mAJiYmLxzO35+frC1tcWKFSt06n+itLQ0hIeHIzY2VnqdP38e165dUyuMDQwMpH9nnzjIbVr2Yx5GjBiBLVu2YOrUqThy5AhiY2Ph6+srvWe5bTd7O9p6VISJiUmRnX0sym29SaFQ5MjPm13rC5LFghgzZgxSUlKk161bt4pku/RxiIyMhJ2dHVq2bJnnMkOHDsXQoUPh7OyMrKwstRxmZmbmeosPERERERV/Gi3QT58+DZVKhdmzZ6NmzZrw9PREUlKS2jKVKlXCgQMH8t2Oh4cHDh06hN9//x2DBg3Kd9nsQdjeLMRiYmJgZmYGZ2fnArfd29sbJ06cUJt2/PhxtZ+rVq2Kq1evomzZsjleH3I/S0xMDEJDQ9GuXTv4+vrCwcEBCQkJhdqGt7c3/vnnH7x48SLP9hd0O5mZmWrvxePHj3H16lVUqFCh0Nt7ux1PnjxBXFwcvL29P6gNBfm8bG1tcffuXbVpbz4Tvly5cjAxMckzj4aGhgDwzuLJyMgI5ubmai/6NKhUKkRGRiIkJCTPR6bt27cPcXFx0vPRq1evjitXrmDXrl34+eefoaenBy8vLzmbTUREREQ6okgK9JSUFLWryLGxsbh16xbKli2LjIwMzJ8/H//++y9Wr16NxYsXq607ZswYnDx5Ev3798c///yDK1euYNGiRXj06JHacp6enjh06BA2bdqkdl/72/r3749bt25h0KBBuHLlCn7//XdMmDABw4YNK1TRPHjwYOzevRuzZs3CtWvXsGDBghz3M4eFhWHVqlUIDw/HxYsXcfnyZaxfvx7jxo0r8H5yU65cOWzevBmxsbE4d+4cunbtWugr4127doUgCPj6669x6dIl7Ny5E7NmzXqvtrRp0wZff/01/vrrL5w7dw5fffUVSpUqhTZt2hR6ewAwadIkHDhwABcuXEBoaChsbGxyjK5e2DYU5PNq0KABTp06hVWrVuHatWuYMGGC2gjyxsbGGDVqFEaOHIlVq1YhPj4ex48fx/LlywEAdnZ2MDExwe7du3H//n2kpKS81/FT8bV//34kJiaiZ8+euc5PT0/HwIEDsWTJEun3kbOzM+bPn48ePXpgypQpWLly5Xv35uA9dCQH5ozkwJyRHJgz0kVFUqBHR0fDz89P7RUeHo7KlStjzpw5mD59Onx8fLBmzRpERESorevp6Ym9e/fi3LlzqFGjBgICAvD777/nevXJy8sLBw8exLp16zB8+PBc21KqVCns3LkTf//9NypXroy+ffuiV69ehS6aa9asiaVLl2Lu3LmoXLky9u7dm2MbTZs2xY4dO7B3715Ur14dNWvWxA8//AA3N7dC7ettc+bMQcmSJVGrVi20bt0aTZs2RdWqVQu1DaVSie3bt+P8+fPw8/PDd999h+nTp79XeyIjI+Hv749WrVohICAAoihi586dObrYF9S0adPwzTffwN/fH/fu3cP27dulq9Pv24aCfl7jx4/HyJEjUb16daSmpqJ79+5qy4wfPx7Dhw9HWFgYvL290alTJ+m+fn19fcybNw9LliyBk5NToU9Q8I9A8dekSROIoghPT89c55uYmODq1auoUqWK2vTevXvj3r17uHnzZr5d4/OjUCjg5ubG0WhJo5gzkgNzRnJgzkhXCaIu3dRNxVp0dDTq16+PJ0+ewNLSUtvNkc3Tp09hYWGBffv2QalUars5VAA1a9bUdhMKTRRFvHjxAsbGxjwZRBrDnJEcmDOSA3NGHyL7+31KSkqR387KU0ZERMWAKIq4f/++Tg2kScUPc0ZyYM5IDswZ6SoW6EREREREREQ6IPdhhok0IDAwkGcpiYiIiIiI8sAr6ERExcT7DtxIVBjMGcmBOSM5MGeki3gFnUgmHICENEmhUKBUqVLabgYVc8wZyYE5IzkwZ6SreAWdSCbs3k+aJIoiUlNTmTPSKOaM5MCckRyYM9JVLNCJiIoBURTx+PFjftEgjWLOSA7MGcmBOSNdxS7uRDKpVq3aJ/X8dyIiIiIiKhxeQSciIiIiIiLSASzQiYiKCRMTE203gT4BzBnJgTkjOTBnpIvYxZ1IJgoFz4eR5igUCtjb22u7GVTMMWckB+aM5MCcka5ixUAkEw5CQpokiiKSk5OZM9Io5ozkwJyRHJgz0lUs0Ilkwj8ApEn8okFyYM5IDswZyYE5I13FAp2IiIiIiIhIB7BAJyIiIiIiItIBLNCJiIoJpVKp7SbQJ4A5IzkwZyQH5ox0EUdxJ5IJR3EnTVIoFLCxsdF2M6iYY85IDswZyYE5I13FioFIJiqVSttNoGJMpVLh0aNHzBlpFHNGcmDOSA7MGekqFuhERMVEWlqatptAnwDmjOTAnJEcmDPSRSzQiYiIiIiIiHQAC3QiIiIiIiIiHcACnUgmgiBouwlUjAmCAEtLS+aMNIo5IzkwZyQH5ox0FUdxJ5IJ/wCQJmV/0SDSJOaM5MCckRyYM9JVvIJOJBOOEkqapFKpcP/+feaMNIo5IzkwZyQH5ox0FQt0IqJiIj09XdtNoE8Ac0ZyYM5IDswZ6SJ2cSeSyalTp6BUKrXdjI9GzZo1td0EIiIiIiJZ8Qo6ERERERERkQ5ggU5EVAwIggBra2sORkgaxZyRHJgzkgNzRrqKXdyJZMI/AKRJgiDAzMxM282gYo45IzkwZyQH5ox0Fa+gE8lEFEVtN4GKMZVKhTt37nA0WtIo5ozkwJyRHJgz0lUs0ImIiomMjAxtN4E+AcwZyYE5IzkwZ6SLWKATEREREdFHJzk5GYIgICEh4b3m64q2bdti4sSJuc6Ljo6GpaWlrO2R25o1a1CrVi1tN0Nn8B50IiIiIqJPkPvoPzS+j4RpLQu9Ts+ePREZGYlLly7B29tbA62iBg0a4NixY0hKSkLJkiWl6VFRUfjxxx8RGxub7/pF+RkFBwcjODj4ncsVtG2F4e7ujh9//BFt27Ytsm1+KF5BJ6JiY+LEiRAEQe1Vvnx5af6sWbNgZ2cHOzs7zJ49W23dEydOwN/fH5mZmXI3u0gIggB7e3sORkgaxZyRHJizT1tqaio2btwIKysrLF++XGP7EQQBVlZWn2TO/v33X0RHR6NEiRJYs2ZNodeX6zP6VH0yBbogCNi6datG9xEVFaXVLihyHGO20NDQQp9pyj5D9an6FP8AaEPFihVx9+5d6fXXX38BAP755x+EhYVh/fr1WLduHcaNG4fz588DADIzM9G3b18sXrwY+vofZ8ciQRBgYmLCnJFGMWckB+bs07ZhwwaYmppi+vTpWL16tdp94i9fvkS/fv1gZWWF0qVL47ffflNb913zQ0ND0atXLwQFBcHCwgIrV65EZmYmwsLC4OHhAWtra3zxxRdISkoC8HqA31GjRsHBwQHm5ubw9PTEjh07AABnzpxBzZo1YW5uDhsbG7Ru3Vraz4MHDxAcHAxHR0c4OTlhyJAhePnypTR/06ZNKFu2LCwsLPD1118X6OLA/Pnz4ejoCAcHB0yYMAGiKCIjIwP29vaIjo5WW9bb2xsbNmzIc1srVqxAlSpVMGjQoPcqsPP7jG7cuIFGjRrBwsICVlZWqF27Np4/fw4AmDNnDlxdXWFmZgZ3d3csW7YMwOsaqkqVKtI2clvu7Nmz6Nu3L86fPw+lUgmlUonExEScPXsWderUgZWVFWxtbdGlSxc8fvxY2lZgYCDGjBmDpk2bwszMDFWrVpW+/3Xs2BGJiYno0qULlEol+vbtW+j3QhO0UqCHhoZCEARMmzZNbfrWrVsL/ctYl4q+Tp06IS4uTuP7mThxolqItWHu3LmIiooq0m0mJCRAEIR3dluJjo6GIAhITk4u0v1rGkdxl4e+vj4cHBykl42NDQDgypUrqFSpEho0aICGDRuiUqVKuHLlCgBg5syZqFu3LqpXr67Npn8QlUqFmzdvcjRa0ijmjOTAnH3ali9fjuDgYHTu3BnPnj3D9u3bpXlTpkzBsWPHcOHCBZw9exabN29WW/dd8wFg3bp16NWrF/777z80btwYY8eORUxMDP766y/cvXsXnp6e6Ny5MwBg3759WLt2Lc6cOYOnT59i//798PT0BAAMHDgQrVu3RnJyMu7cuYNvv/0WwOvve1988QUcHBwQHx+P8+fP49y5c/j+++8BAHFxcejatSt++OEHPH78GP7+/ti9e3e+70lqairOnDmD+Ph4REdHY8WKFVi1ahUMDAzQrVs3te/kx44dw/379/O8kJaVlYWoqCiEhoaie/fuOHfuHM6cOZP/h/KW/D6j7777DmXLlsWjR49w//59zJw5E/r6+oiLi8O4ceOwd+9epKam4sSJE6hRo0aObee1nJ+fHxYvXgxfX1+kpaUhLS0Nrq6uUCgUmDZtGu7fv48LFy7gzp07GD16tNo2V69ejRkzZuDJkyeoVq0aBg0aBAD49ddf4erqinXr1iEtLQ2LFy8u1PugKVq7gm5sbIzp06fjyZMn2mpCkTMxMYGdnZ22m6FRWVlZUKlUsLCwKPYDVtDH6dq1a3ByckKZMmUQHByMxMREAICvry/i4uKQmJiImzdvIi4uDj4+PoiPj0dkZKT0h/NjxpNAJAfmjOTAnH2aLl26hOPHjyMkJARKpRLt2rVTu8K7Zs0ajB07Fk5OTrC0tMSECRPU1n/XfABo0qQJmjZtCoVCASMjIyxatAhz5syBo6MjDA0N8f333yMmJga3bt2CgYEBXrx4gYsXLyIjIwOurq5SgW5gYICbN28iKSkJRkZGqFu3LgDg1KlTuHbtGmbOnIkSJUrA2toaY8eOxdq1awG8vvrcsGFDtG7dGvr6+ujbty/KlSuX7/uiUqkwffp0lChRAuXLl8fAgQOxevVqAECvXr2wadMmpKWlAXh9Nbpr164wMjLKdVt79uzBgwcP0LVrV5QpUwa1a9cu1FX0d31GBgYGuHv3LhISEmBgYIBatWrB0NAQenp6EEURFy9eRHp6Ouzt7VGpUqUc2y/octkqV66MOnXqwMDAAPb29hg2bFiOHgVfffUVKleuDH19fYSEhOD06dMFPl5t0FqB3qhRIzg4OCAiIiLf5TZt2oSKFSvCyMgI7u7uaveNBgYG4ubNmxg6dKh0v2l+Hj16hHbt2qFEiRIoV64ctm3bJs3LyspCr169ULp0aZiYmMDLywtz586V5u/duxfGxsY5rtp+8803aNCgAYCcXdyzr3SvXr0a7u7usLCwQOfOnZGamiotk5qaiuDgYJiamsLR0RE//PADAgMDMWTIkFyPISoqCuHh4Th37px0zG+eNcvvGAHgwoULaN68OZRKJezt7dGtWzc8evQoz/cs+5i2bduGChUqwMjICImJiTm6uBf0OJ4/f46ePXvCzMwMrq6u+Pnnn6V5pUuXBgD4+flBEAQEBgbmaE9CQgLq168PAChZsiQEQUBoaCiA17+8IiIipM+wcuXKal2b3vUZA//fdX/q1Kmwt7eHpaUlJk2ahMzMTHz77bewsrKCs7MzIiMj83zPSHs+++wzREVFYffu3Vi0aBFu3LiBzz//HKmpqfD29sbUqVPRuHFjNGnSBBEREfD29kafPn0wY8YM7NmzBz4+PvDz88Phw4e1fShERESfnOXLl6Ny5cqoXLkyACAkJAR79uzBnTt3AABJSUlwc3OTln/z3wWZDwCurq7Sv//77z88e/YMdevWhaWlJSwtLeHg4ABDQ0PcunUL9evXR3h4OMaPHw8bGxu0b98eN27cAPC6m/iLFy/g7++P8uXLY8GCBQBef1dNTk6GlZWVtM0OHTrg/v37ubYxr3a+ydjYWO0ioJubm/SeeHt7w8fHB7/99htevHiBDRs2oGfPnnlua/ny5WjRooXUwzAkJARr167Fixcv8m3Dm+vn9xnNnDkTpUqVQqNGjeDu7o6JEydCpVLBw8MDK1euxIIFC2Bvb48mTZrk2mu2oMtlu379Otq0aQMnJyeYm5vjq6++ylHbODg4SP82NTWVTmboKq0V6Hp6epg6dSrmz5+P27dv57rM6dOnERQUhM6dO+P8+fOYOHEixo8fLxWkmzdvhrOzMyZNmiTdb5qf8PBwBAUF4Z9//kGLFi0QHByM//77D8Dr4s7Z2Rm//vorLl26hLCwMIwdOxYbN24EADRs2BCWlpbYtGmTtL2srCxs2LAh31EH4+PjsXXrVuzYsQM7duzAn3/+qda1f9iwYYiJicG2bduwb98+HDlyJN9uJp06dcLw4cPV7rPt1KlTgY4xOTkZDRo0gJ+fH06dOoXdu3fj/v37CAoKyvd9e/78OaZPn45ly5bh4sWLufYSKOhxzJ49G9WqVcPZs2fRv39/9OvXD1evXgUA/P333wCA/fv34+7du7l2S3JxcZE+g6tXr+Lu3btSkR0REYFVq1Zh8eLFuHjxIoYOHYqvvvoKf/75J4B3f8bZDh48iKSkJBw+fBhz5szBhAkT0KpVK5QsWRInTpxA37590adPnzxz+/LlSzx9+lTtRfJo3rw5OnbsiEqVKqFp06bYuXMnkpOTpc+4b9++uHr1Kq5evYq+ffti5cqVMDMzQ0BAAHr37o0tW7Zgzpw56Ny5s9q9YkRERKRZGRkZWL16NeLi4qTb1IKDg6Uu2QDg5OSEmzdvSutk95LL9q75AKBQ/H/5U7JkSZQoUQInTpxAcnKy9EpPT5ce+9W/f38cP34ciYmJMDIywuDBgwG8LiRXrVqFe/fuYdmyZRgxYgROnz4NFxcX2NnZqW0vJSVFKgrfbmNe7XzTixcv8ODBA7XlS5UqJf3cq1cvREVFYcuWLXBzc0PVqlVz3c7Dhw+xfft2HDhwQHqPR48ejeTkZLUaJy8F+Yzs7Ozw008/4ebNm9i+fTsWL16MLVu2AACCgoJw6NAh3L9/H5UrV0a3bt1y3U9ey7352WXr27cvSpUqhUuXLuHp06f45ZdfCtUDJ7dtaptWW9SuXTtUqVIl1+4nwOsBAho2bIjx48fD09MToaGhGDhwIGbOnAkAsLKygp6eHszMzKSQ5Cc0NBRdunRB2bJlMXXqVKSlpUlFoYGBAcLDw1GtWjWULl0awcHB6NGjh/TFXk9PD507d5a6pwDAgQMHkJycjPbt2+e5T5VKhaioKPj4+ODzzz9Ht27dcODAAQCvrzqvXLkSs2bNQsOGDeHj44PIyEhkZWXluT0TExMolUq1+2xNTEwKdIwLFiyAn58fpk6divLly8PPzw8rVqzAoUOH8r13PiMjAz/99BNq1aoFLy8vlChRQm1+YY6jRYsW6N+/P8qWLYtRo0bBxsYGhw4dAgDY2toCAKytreHg4AArK6sc6+vp6UnT7ezs4ODgAAsLC7x8+RJTp07FihUr0LRpU5QpUwahoaH46quvsGTJEgDv/oyzWVlZYd68efDy8kLPnj3h5eWF58+fY+zYsShXrhzGjBkDQ0NDafCxt0VERMDCwkJ6ubi45PnekmZZWlrC09MT169fzzHv0aNHCA8Px/z583HixAl4enqiXLlyqF+/PjIyMmQZT6IoCYIAJycnDqpEGsWckRyYs0/Ttm3b8PTpU5w5cwaxsbGIjY3FuXPnMH78eKxYsQKiKKJLly6YNm0akpKSkJycjEmTJqlt413z3yQIApydndGnTx8MHz4ct27dAgA8fvxYGmDt5MmTOHr0KF69egUTExOYmppKg8muWrUK9+/fhyAIsLS0hEKhgJ6eHqpXrw4XFxeMGzcOqampEEURN2/exK5duwC8Lj4PHDiAP/74A5mZmVi6dOk7v3MoFAqMGTMG6enpuHr1KhYuXKh2gbBTp044ffo0pk2blu/V81WrVsHKygpXrlyR3uMLFy4gNDS0QN3cC/IZbdy4EYmJiRBFEZaWltDT04O+vj6uXr2Kffv2IT09HYaGhlI987b8lrO3t8fdu3eRnp4uLf/06VOYmZnB3Nwct27dkurEgrK3t0d8fHyh1tE0rZ8ymD59OlauXInLly/nmHf58mXUrl1bbVrt2rVx7dq1fIvYvLx5/4KpqSnMzc3VzkYtXLgQ/v7+sLW1hVKpxM8//6x2Ris4OBjR0dHSyI5r1qxBy5Yt870X293dHWZmZtLPjo6O0j7//fdfZGRkqA2QYGFhAS8vr0IfW0GO8dy5czh06JA08qFSqZQeQZVfMA0NDfO996Mwx/HmdgRBgIODg9pn8L6uX7+O58+fo3HjxmrHt2rVKrVje9dnDLweBfzNs2n29vbw9fWVftbT04O1tXWe7R4zZgxSUlKkV/YvfH7RkF9aWhri4+Ph6OiYY97QoUMxdOhQODs7IysrS20E0szMzPf6HaNNgiBAX1+fOSONYs5IDszZp2n58uXo0qULypcvrzbY6+DBg5GUlIRDhw5h3LhxqFatGnx8fFClSpUcA6G9a/6bsnM2bdo0BAQEoEGDBjAzM4O/vz/27t0L4HXx179/f+niUVJSktRzc//+/ahcuTKUSiXatGmDmTNnokqVKtDT08OOHTtw584deHt7w8LCAi1btpQuFnh5eWH16tUYPHgwrK2tceLECTRr1izf98bMzAxVqlRBmTJlULduXXTv3h0hISFq8zt27IgrV67k27N3+fLl6NevH0qVKqX2Hg8fPhzR0dHvLFQL8hmdPn0atWrVglKpREBAAHr16oUvvvgCr169wvjx42Fvbw9ra2scPHgw1wGn81uuQYMGqFmzJkqVKgVLS0skJiZizpw52LFjB8zNzdGmTZt8L5zmZuzYsViwYAEsLS3Rv3//Qq2rKVp/nlDdunXRtGlTjBkzRrqXWFMMDAzUfhYEQRohdP369RgxYgRmz56NgIAAmJmZYebMmThx4oS0fPXq1eHh4YH169ejX79+2LJlyztHMs9vn5qQ3/7S0tLQunVrTJ8+Pcd6uRUw2YryUSeaej+yuw398ccfal1+AEiDZBTkM86rjYVpt5GRUa4Dc3DAG80bMWIEWrduDTc3NyQlJWHChAnQ09NDly5d1Jbbt28f4uLisHLlSgCv/9++cuUKdu3ahVu3bkFPT++DTpRpg0qlQmJiojSiKZEmMGckB+ZMPgnTWmq7CZKdO3fmOt3GxkbtiunPP/+sNoZR7969pX8bGxvnO//N7+1v5mzcuHEYN25cjn03bNgwz/ufV61aleex2NnZ5TteUVBQ0DtvMc0WGBgojYGVPfp4btzd3dG6dWvp3vLcXLp0KdfpPj4+0vdaDw+PPGuygnxGDRo0yLXW8PX1xfHjx3NdPzQ0VNpnfssZGBjg999/V5vm6uqKixcvqk0bNmyY9O+3B4yrUqWK2nfy1q1bqz0iTxdovUAHgGnTpqFKlSo5vhB7e3sjJiZGbVpMTAw8PT2hp6cH4PXV3aK40hUTE4NatWqpnTnJ7SxScHAw1qxZA2dnZygUCrRs+f6/2MqUKQMDAwOcPHlSGrAiJSUFcXFx0kiQuXnfY65atSo2bdoEd3f3In3W8/sex9sMDQ0B4J3Hlttybw5gV69evVzXK+hnTB+v27dvS8+/tLW1RZ06dXD8+HHp9gkASE9Px8CBA7Fhwwbpi5+zszPmz5+PHj16wMjICCtXrlS7dYSIiIhIVz18+BBLly4t8kcgk3boxGlJX19fBAcHY968eWrThw8fjgMHDmDy5MnS1a4FCxZgxIgR0jLu7u44fPgw7ty5k+9o5O9Srlw5nDp1Cnv27EFcXBzGjx+PkydP5lguODgYZ86cwZQpU9ChQ4c8H2FQEGZmZggJCcG3336LQ4cO4eLFi+jVqxcUCkW+V6zd3d1x48YNxMbG4tGjRwUezGrAgAH477//0KVLF5w8eRLx8fHYs2cPevTo8UEnOd73ON5mZ2cHExMTafC6lJSUXJdzc3ODIAjYsWMHHj58iLS0NJiZmWHEiBEYOnQoVq5cifj4eJw5cwbz58+XrpIW9DOmj9f69euRlJSEly9f4vbt21i/fj08PDzUljExMcHVq1dRpUoVtem9e/fGvXv3cPPmzQ868UZEREQklylTpsDd3R0tW7ZEw4YNtd0cKgI6UaADwKRJk3J0Ga5atSo2btyI9evXw8fHB2FhYZg0aZJat4tJkyYhISEBHh4ealfJCqtPnz748ssv0alTJ3z22Wd4/PhxrvchlC1bFjVq1MA///yT7z0eBTVnzhwEBASgVatWaNSoEWrXrg1vb28YGxvnuU779u3RrFkz1K9fH7a2tli3bl2B9uXk5ISYmBhkZWWhSZMm8PX1xZAhQ6SBLeQ+jrfp6+tj3rx5WLJkCZycnNCmTZtclytVqhTCw8MxevRo2NvbY+DAgQCAyZMnY/z48dLjs5o1a4Y//vhDenxbQT9jIiIiIqKPwXfffYdnz55h8eLF2m4KFRFB5I2xOuXZs2coVaoUZs+ejV69emm7Oe+tuBxHUXj69CksLCywf/9+mJqaars5H42aNWtquwkfHZVKxfs1SeOYM5IDc0ZyYM7ofWV/v09JSYG5uXmRblsn7kH/lJ09exZXrlxBjRo1kJKSIj0OIq+rx7qquByHJvFcGGmSKIrIzMyEgYEBRz4mjWHOSA7MGcmBOSNdxVNGOmDWrFmoXLkyGjVqhGfPnuHIkSP5jsCoq4rLcRB9jERRRFJSEk8EkUYxZyQH5ozkwJyRruIVdC3z8/PD6dOntd2MD1ZcjoOIiIiIiEhbeAWdiIiIiIiISAewQCciKiZ4Dx3JgTkjOTBnVBgJCQkQBAHJycmFWq+wOVu6dCkcHR2hVCpx9uzZQq1LVFDs4k4kE37ZIE1SKBRwc3PTdjOomGPOSA7MmXyOHz+u8X0U9qks+/fvR3h4OM6ePQs9PT3UqlULU6ZMQdWqVaVlBEHA2bNnUaVKlfduV2FzlpGRgcGDB2Pv3r34/PPP33u/wOsTCqVLl8aTJ09gaWn5Qdui4odX0IlkwkFISJNEUUR6ejpzRhrFnJEcmLNP17Zt29C2bVt0794dd+/eRUJCAurWrYu6devi1KlTRbqv/HKWkZGRY9q9e/fw4sUL+Pr6Fmk73ldubaTigc9BJ9Kw7Ock8iwpaZJKpUJiYiJcXV35TFfSGOaM5MCcyUeXrqCLoogyZcqgV69eGDdunNq8Xr16IT4+HtHR0ahRowZOnjwJExMTKBQKjB07Fl27dkXp0qWxatUqhIeH49GjR2jbti2WLl0KAwMDAMCZM2cwfPhwnDt3DlZWVvj222/RtGlTuLq6YtKkSTh16hRcXFywYcMG9OjRA7Nnz5b2f/bsWdSpUwfPnz+Hqakp7O3tER8fjzlz5mDRokW4d+8e7OzsMHToUAwcOFBa79q1axg+fDiOHTuGrKwsBAYGYvPmzbCzs8PDhw9hamoKAFiyZAmCg4Oxd+9ejBo1Cv/++y88PDwwY8YMNGrUCAAQGhoKPT09pKamYvfu3ZgyZQpq166N/v3749KlSzA0NERAQAC2b9/+QZ8XFQyfg05ERERERMVWXFwcEhIS0LVr1xzzunbtiqZNmyI9PR1///03BEHA0aNHpS7uCQkJAIBdu3bh7NmzSE1NxWeffYY1a9YgNDQU9+7dQ+PGjbFo0SK0b98ely9fRpMmTaBUKuHq6goA2L17N5YtW4b58+fj1atXavv38/PDxYsXUbp0ady+fVu64OLm5oaDBw/C2dkZ0dHRaNGiBfz8/FC7dm08e/YMjRo1QnBwMNatWwcDAwPExMQAAP7+++8c27p+/TratGmDNWvW4IsvvsDWrVvxxRdfSPsFgHXr1mHLli1Yv349Xrx4gUaNGqF169Y4evQoMjIycOLEiSL+VEgbeFqSiIiIiIi06tGjRwAAJyenHPOcnJyQlZWF//77L99thIWFwczMDE5OTmjWrJn0CODVq1ejbt26CAoKgp6eHnx8fBAaGopt27ZJ62ZP09fXR4kSJQrU5vbt28PFxQWCIKB+/fpo2rQpoqOjAQA7duyAgYEBpkyZAlNTUxgaGqJ+/fp5bmvDhg0IDAzEl19+CX19fXTo0AF16tTBunXrpGWaNGmCpk2bQqFQoESJEjAwMMDNmzeRlJQEIyMj1K1bt0DtJt3GAp2IqJjI7sZHpEnMGcmBOfv02NjYAACSkpJyzEtKSoKenh6srKzy3YaDg4P0b1NTU6SmpgJ4fYV9586dsLS0lF7z58/Hw4cPpeWzr6QXxpo1a1C1alVYWVnB0tISO3fulE403Lx5Ex4eHgUeJPj27dtwd3dXm1amTBncvn07zzauWLECL168gL+/P8qXL48FCxYU+hhI97BAJ5IJ76MjTVIoFChVqhRzRhrFnJEcmLNPk6enJ9zc3NSuGGdbt24dateuDRMTEwCFfzKOi4sL2rVrh+TkZOmVmpqKgwcPSjkrbN4SExMREhKCGTNm4MGDB0hOTkaLFi2kQefc3NwQHx+f6yB0ue3L2dlZ6qqfLSEhAc7Oznmu5+HhgVWrVuHevXtYtmwZRowYIfUaoI8Xf/MRyYTjMZImiaKI1NRU5ow0ijkjOTBnnyZBEPDDDz8gIiICy5cvR1paGpKTkzF9+nSsX78eM2bMkJbNHqStoLp164aDBw9i06ZNyMjIQEZGBs6ePYvo6Oj3zllaWhpEUYSdnR0UCgV27tyJvXv3SvNbtmyJly9fIiwsDM+ePcOrV69w6NAhAICtrS0UCoXaMXTq1AnR0dH4/fffkZmZic2bN+Pw4cPo3Llznm1YtWoV7t+/D0EQYGlpCYVCAT09vfc6HtIdLNCJZMIvGqRJoiji8ePHzBlpFHNGcmDOPl3t2rXDpk2bEBkZCQcHB7i6uuLgwYM4dOgQPvvsM2m5yZMnY/DgwShZsiSmTZv2zu2WKlUKe/bswZIlS+Do6Ah7e3sMHDgQd+7cee+cVahQAd999x0aNGgAa2trbNiwAV988YU0X6lUYv/+/Th9+jRcXV3h6OiIhQsXAgBMTEwwYcIENG/eHJaWlli7di3Kli2LzZs3Y8KECbCyssKkSZOwZcsWlClTJs827N+/H5UrV4ZSqUSbNm0wc+bMD3o2POkGPmaNSMP4mDWSAx9LRHJgzkgOzBnJgTmjD6HJx6wxjUREREREREQ6gAU6EVExkT14DpEmMWckB+aM5MCckS7S13YDiD4V7D5FmqRQKGBvb6/tZlAxx5yRHJgzkgNzRrqKFQORTDjcA2mSKIpITk5mzkijmDOSA3NGcmDOSFexQCeSCf8AkCbxiwbJgTkjOTBnJAfmjHQVC3QiIiIiIiIiHcACnYiIiIiIiEgHsEAnIiomlEqltptAnwDmjOTAnJEcmDPSRRzFnUgmHMWdNEmhUMDGxkbbzaBijjkjOTBnJAfmjHQVKwYimahUKm03gYoxlUqFR48eMWekUcwZyYE5IzkwZ6SrWKATERUTaWlp2m4CfQKYM5IDc0ZyYM5IF7FAJyIiIiIiItIBvAedSMOyn6/59OlT3odOGqNSqZCamsqckUYxZyQH5ozkwJzRh3j69CmA//+eX5RYoBNp2OPHjwEAbm5uWm4JEREREREVldTUVFhYWBTpNlmgE2mYlZUVACAxMbHI/wcmyvb06VO4uLjg1q1bMDc313ZzqJhizkgOzBnJgTmjDyGKIlJTU+Hk5FTk22aBTqRh2d2mLCws+AeANM7c3Jw5I41jzkgOzBnJgTmj96WpC2+84YKIiIiIiIhIB7BAJyIiIiIiItIBLNCJNMzIyAgTJkyAkZGRtptCxRhzRnJgzkgOzBnJgTkjXSWImhgbnoiIiIiIiIgKhVfQiYiIiIiIiHQAC3QiIiIiIiIiHcACnYiIiIiIiEgHsEAnIiIiIiIi0gEs0Ik0aOHChXB3d4exsTE+++wz/P3339puEn3kDh8+jNatW8PJyQmCIGDr1q1q80VRRFhYGBwdHWFiYoJGjRrh2rVr2mksfZQiIiJQvXp1mJmZwc7ODm3btsXVq1fVlmHO6EMtWrQIlSpVgrm5OczNzREQEIBdu3ZJ85kx0oRp06ZBEAQMGTJEmsaska5hgU6kIRs2bMCwYcMwYcIEnDlzBpUrV0bTpk3x4MEDbTeNPmLPnj1D5cqVsXDhwlznz5gxA/PmzcPixYtx4sQJmJqaomnTpnjx4oXMLaWP1Z9//okBAwbg+PHj2LdvHzIyMtCkSRM8e/ZMWoY5ow/l7OyMadOm4fTp0zh16hQaNGiANm3a4OLFiwCYMSp6J0+exJIlS1CpUiW16cwa6RyRiDSiRo0a4oABA6Sfs7KyRCcnJzEiIkKLraLiBIC4ZcsW6WeVSiU6ODiIM2fOlKYlJyeLRkZG4rp167TQQioOHjx4IAIQ//zzT1EUmTPSnJIlS4rLli1jxqjIpaamiuXKlRP37dsn1qtXT/zmm29EUeTvM9JNvIJOpAGvXr3C6dOn0ahRI2maQqFAo0aNcOzYMS22jIqzGzdu4N69e2q5s7CwwGeffcbc0XtLSUkBAFhZWQFgzqjoZWVlYf369Xj27BkCAgKYMSpyAwYMQMuWLdUyBfD3GekmfW03gKg4evToEbKysmBvb6823d7eHleuXNFSq6i4u3fvHgDkmrvseUSFoVKpMGTIENSuXRs+Pj4AmDMqOufPn0dAQABevHgBpVKJLVu2oEKFCjh69CgAZoyKxvr163HmzBmcPHkyxzz+PiNdxAKdiIiIcjVgwABcuHABf/31l7abQsWQl5cXYmNjkZKSgt9++w0hISH4888/td0sKkZu3bqFb775Bvv27YOxsbG2m0NUIOziTqQBNjY20NPTw/3799Wm379/Hw4ODlpqFRV32dli7qgoDBw4EDt27MChQ4fg7OwsTWfOqKgYGhqibNmy8Pf3R0REBCpXroy5c+cyY1RkTp8+jQcPHqBq1arQ19eHvr4+/vzzT8ybNw/6+vrSlXNmjXQJC3QiDTA0NIS/vz8OHDggTVOpVDhw4AACAgK02DIqzkqXLg0HBwe13D19+hQnTpxg7qjARFHEwIEDsWXLFhw8eBClS5dWm8+ckaaoVCq8fPmSGaMi07BhQ5w/fx6xsbHSq1q1aggODkZsbCzKlCnDrJHOYRd3Ig0ZNmwYQkJCUK1aNdSoUQM//vgjnj17hh49emi7afQRS0tLw/Xr16Wfb9y4gdjYWFhZWcHV1RVDhgzB999/j3LlyqF06dIYP348nJyc0LZtW+01mj4qAwYMwNq1a/H777/DzMxMug/TwsICJiYm0jOEmTP6EGPGjEHz5s3h6uqK1NRUrF27FtHR0dizZw8zRkXGzMxMGj8jm6mpKaytraXpzBrpGhboRBrSqVMnPHz4EGFhYbh37x6qVKmC3bt35xiIhKgwTp06hfr160s/Dxs2DAAQEhKCqKgojBw5Es+ePcP//vc/JCcno06dOti9ezfvvaMCW7RoEQAgMDBQbXpkZCRCQ0MBgDmjD/bgwQN0794dd+/ehYWFBSpVqoQ9e/agcePGAJgxkg+zRrpGEEVR1HYjiIiIiIiIiD51vAediIiIiIiISAewQCciIiIiIiLSASzQiYiIiIiIiHQAC3QiIiIiIiIiHcACnYiIiIiIiEgHsEAnIiIiIiIi0gEs0ImIiIiIiIh0AAt0IiIiIiIiIh3AAp2IiIiIiIhIB7BAJyIiIiIiItIBLNCJiIiIiIiIdAALdCIiIiIiIiIdwAKdiIiIiIiISAewQCciIiIiIiLSASzQiYiIiIiIiHQAC3QiIiIiIiIiHcACnYiIiKiI7d69G1WqVIGxsTEEQUBycrJG9xcdHQ1BEBAdHS1NCw0Nhbu7u0b3qykqlQo+Pj6YMmVKkW2zZs2aGDlyZJFtj4hIE1igExER6bCoqCgIgiC9jI2N4enpiYEDB+L+/fvabt4Hu3TpEiZOnIiEhARtN6XIPH78GEFBQTAxMcHChQuxevVqmJqa5rrs25/vm6/Ro0fL3HLdsW7dOty6dQsDBw6Upt25cwctW7aEubk5KlSogO3bt+dYb/PmzbCzs0NKSkqOeaNGjcLChQtx7949jbadiOhD6Gu7AURERPRukyZNQunSpfHixQv89ddfWLRoEXbu3IkLFy6gRIkS2m7ee7t06RLCw8MRGBj40V7tfdvJkyeRmpqKyZMno1GjRgVaJ/vzfZOPj0+B91m3bl2kp6fD0NCwUG3VVTNnzkTnzp1hYWEhTQsJCcGdO3cwffp0xMTEoGPHjrhy5YqUmxcvXmDEiBH4/vvv1dbL1qZNG5ibm+Onn37CpEmT5DoUIqJCYYFORET0EWjevDmqVasGAOjduzesra0xZ84c/P777+jSpcsHbfv58+cfdZGvax48eAAAsLS0LPA6b36+70OhUMDY2Pi91y+IZ8+e5dkToCidPXsW586dw+zZs6Vp6enpOHjwIKKjo1G3bl307dsXR48exZ49e9CnTx8AwKxZs2BhYYHevXvnul2FQoEOHTpg1apVCA8PhyAIGj8WIqLCYhd3IiKij1CDBg0AADdu3JCm/fLLL/D394eJiQmsrKzQuXNn3Lp1S229wMBA+Pj44PTp06hbty5KlCiBsWPHAnh9BXLixInw9PSEsbExHB0d8eWXXyI+Pl5aX6VS4ccff0TFihVhbGwMe3t79OnTB0+ePFHbj7u7O1q1aoW//voLNWrUgLGxMcqUKYNVq1ZJy0RFRaFjx44AgPr160tdu7Pvo/7999/RsmVLODk5wcjICB4eHpg8eTKysrJyvB8LFy5EmTJlYGJigho1auDIkSMIDAxEYGCg2nIvX77EhAkTULZsWRgZGcHFxQUjR47Ey5cvC/S+//rrr9J7bGNjg6+++gp37txRe39DQkIAANWrV4cgCAgNDS3QtnNz8+ZN9O/fH15eXjAxMYG1tTU6duyY45aA3O5Bf1teyyQkJEAQBERFRUnTQkNDoVQqER8fjxYtWsDMzAzBwcEACp6BU6dOoWnTprCxsYGJiQlKly6Nnj17vvOYt27dCkNDQ9StW1ea9uLFC4iiiJIlSwIABEGApaUlnj9/DuB19/dp06Zh7ty5UCjy/nrbuHFj3Lx5E7Gxse9sBxGRNvAKOhER0Ucou2i2trYGAEyZMgXjx49HUFAQevfujYcPH2L+/PmoW7cuzp49q3Y19/Hjx2jevDk6d+6Mr776Cvb29sjKykKrVq1w4MABdO7cGd988w1SU1Oxb98+XLhwAR4eHgCAPn36ICoqCj169MDgwYNx48YNLFiwAGfPnkVMTAwMDAyk/Vy/fh0dOnRAr169EBISghUrViA0NBT+/v6oWLEi6tati8GDB2PevHkYO3YsvL29AUD6b1RUFJRKJYYNGwalUomDBw8iLCwMT58+xcyZM6X9LFq0CAMHDsTnn3+OoUOHIiEhAW3btkXJkiXh7OwsLadSqfDFF1/gr7/+wv/+9z94e3vj/Pnz+OGHHxAXF4etW7fm+55nH3f16tURERGB+/fvY+7cuYiJiZHe4++++w5eXl74+eefpW7r2e9dflJSUvDo0SO1aTY2Njh58iSOHj2Kzp07w9nZGQkJCVi0aBECAwNx6dIljfZ8yMzMRNOmTVGnTh3MmjVL2ldBMvDgwQM0adIEtra2GD16NCwtLZGQkIDNmze/c79Hjx6Fj4+PWpZKliwJDw8PTJ06FVOnTsXRo0cRGxuL+fPnAwBGjhyJ5s2bqxX1ufH39wcAxMTEwM/P733fGiIizRGJiIhIZ0VGRooAxP3794sPHz4Ub926Ja5fv160trYWTUxMxNu3b4sJCQminp6eOGXKFLV1z58/L+rr66tNr1evnghAXLx4sdqyK1asEAGIc+bMydEGlUoliqIoHjlyRAQgrlmzRm3+7t27c0x3c3MTAYiHDx+Wpj148EA0MjIShw8fLk379ddfRQDioUOHcuz3+fPnOab16dNHLFGihPjixQtRFEXx5cuXorW1tVi9enUxIyNDWi4qKkoEINarV0+atnr1alGhUIhHjhxR2+bixYtFAGJMTEyO/WV79eqVaGdnJ/r4+Ijp6enS9B07dogAxLCwMGla9md28uTJPLf39rK5vfJ6D44dOyYCEFetWiVNO3ToUI73MSQkRHRzc8t3GVEUxRs3bogAxMjISLV1AYijR49WW7agGdiyZUuB34O3OTs7i+3bt88x/cCBA2LJkiWl92fIkCGiKIpiTEyMaGJiIiYkJBRo+4aGhmK/fv0K3S4iIjmwizsREdFHoFGjRrC1tYWLiws6d+4MpVKJLVu2oFSpUti8eTNUKhWCgoLw6NEj6eXg4IBy5crh0KFDatsyMjJCjx491KZt2rQJNjY2GDRoUI59Z9+r++uvv8LCwgKNGzdW24+/vz+USmWO/VSoUAGff/659LOtrS28vLzw77//FuiYTUxMpH+npqbi0aNH+Pzzz/H8+XNcuXIFwOtu1I8fP8bXX38Nff3/7xgYHBwsdYfO9uuvv8Lb2xvly5dXa3/27QJvt/9Np06dwoMHD9C/f3+1e71btmyJ8uXL448//ijQMeVl4cKF2Ldvn9rr7fcgIyMDjx8/RtmyZWFpaYkzZ8580D4Lol+/fmo/FzQD2T02duzYgYyMjELt8/Hjxzk+O+D1bR2JiYk4fvw4EhMT8cMPP0ClUmHw4MEYPnw43NzcsGjRIpQvXx5eXl5YvHhxrtsvWbJkjt4KRES6gl3ciYiIPgILFy6Ep6cn9PX1YW9vDy8vL+le22vXrkEURZQrVy7Xdd/sKgwApUqVyjHad3x8PLy8vNSK3Lddu3YNKSkpsLOzy3V+9uBo2VxdXXMsU7JkyRz3Kufl4sWLGDduHA4ePIinT5+qzct+jNbNmzcBAGXLllWbr6+vn2NU+GvXruHy5cuwtbUtUPvflL0fLy+vHPPKly+Pv/76K/+DeYcaNWrkOkhceno6IiIiEBkZiTt37kAURWlebo8SK0r6+vpqtwgABc9AvXr10L59e4SHh+OHH35AYGAg2rZti65du8LIyOid+37zON+kVCrx2WefST9HRkbi3r17GD16NPbv349vv/0Wv/zyCwRBQNeuXeHl5YX69evn2DYHiCMiXcUCnYiI6COQVwEHvL63WhAE7Nq1C3p6ejnmK5VKtZ/fvCpbGCqVCnZ2dlizZk2u898ufHNrC5B38fWm5ORk1KtXD+bm5pg0aRI8PDxgbGyMM2fOYNSoUVCpVO/Vfl9fX8yZMyfX+S4uLoXepqYNGjQIkZGRGDJkCAICAmBhYQFBENC5c+dCvwd5FaW5DboHvO5p8faAawXNgCAI+O2333D8+HFs374de/bsQc+ePTF79mwcP348RybfZG1tXaCTOE+fPsV3332HWbNmwdTUFOvWrUOHDh3Qtm1bAECHDh2wZs2aHAV6cnIybGxs3rl9IiJtYIFORET0kfPw8IAoiihdujQ8PT3fexsnTpxARkZGjivuby6zf/9+1K5d+72L/LflVTRGR0fj8ePH2Lx5s9rAX2+OWg8Abm5uAF4PSPdmIZaZmYmEhARUqlRJrf3nzp1Dw4YNC30FNXs/V69elbrEZ7t69ao0v6j99ttvCAkJUXvk2IsXL5CcnFzobWV3G3973ezeAQVR2AzUrFkTNWvWxJQpU7B27VoEBwdj/fr1eT4KDXjdI+Htzzk32YPwZY8un5SUpDbwm5OTU47R2u/cuYNXr15JAxESEeka3oNORET0kfvyyy+hp6eH8PDwHFenRVHE48eP37mN9u3b49GjR1iwYEGOednbDAoKQlZWFiZPnpxjmczMzPcqGrOfq/32utlX3988nlevXuGnn35SW65atWqwtrbG0qVLkZmZKU1fs2ZNjquwQUFBuHPnDpYuXZqjHenp6Xj27Fme7axWrRrs7OywePFitUey7dq1C5cvX0bLli3fcaTvR09PL8dnOn/+/DyveufHzc0Nenp6OHz4sNr0t9/T/BQ0A0+ePMnR7ipVqgDAOx9pFxAQgAsXLuS7XFxcHBYsWIC5c+dKJ1vs7e2lsQkA4PLly3BwcFBb7/Tp0wCAWrVq5dsGIiJt4RV0IiKij5yHhwe+//57jBkzRnrEmJmZGW7cuIEtW7bgf//7H0aMGJHvNrp3745Vq1Zh2LBh+Pvvv/H555/j2bNn2L9/P/r37482bdqgXr166NOnDyIiIhAbG4smTZrAwMAA165dw6+//oq5c+eiQ4cOhWp7lSpVoKenh+nTpyMlJQVGRkZo0KABatWqhZIlSyIkJASDBw+GIAhYvXp1jqLP0NAQEydOxKBBg9CgQQMEBQUhISEBUVFR8PDwULtS3q1bN2zcuBF9+/bFoUOHULt2bWRlZeHKlSvYuHEj9uzZk+dtBAYGBpg+fTp69OiBevXqoUuXLtJj1tzd3TF06NBCHXdBtWrVCqtXr4aFhQUqVKiAY8eOYf/+/dLj9QrDwsICHTt2xPz58yEIAjw8PLBjx458771/W0EzsHLlSvz0009o164dPDw8kJqaiqVLl8Lc3BwtWrTIdx9t2rTB5MmT8eeff6JJkya5LjN06FB06tQJNWrUkKZ16NABbdq0wdixYwEA27dvx44dO9TW27dvH1xdXfmINSLSXVoZO56IiIgKpDCP7Nq0aZNYp04d0dTUVDQ1NRXLly8vDhgwQLx69aq0TL169cSKFSvmuv7z58/F7777TixdurRoYGAgOjg4iB06dBDj4+PVlvv5559Ff39/0cTERDQzMxN9fX3FkSNHiklJSdIybm5uYsuWLXPso169emqPPhNFUVy6dKlYpkwZUU9PT+0xYDExMWLNmjVFExMT0cnJSRw5cqS4Z8+eXB8VNm/ePNHNzU00MjISa9SoIcbExIj+/v5is2bN1JZ79eqVOH36dLFixYqikZGRWLJkSdHf318MDw8XU1JS3vUWixs2bBD9/PxEIyMj0crKSgwODhZv376ttsz7PGYtr2WfPHki9ujRQ7SxsRGVSqXYtGlT8cqVK6Kbm5sYEhIiLVeQx6yJoig+fPhQbN++vViiRAmxZMmSYp8+fcQLFy7k+pg1U1PTPNv9rgycOXNG7NKli+jq6ioaGRmJdnZ2YqtWrcRTp0698z0RRVGsVKmS2KtXr1zn/fHHH6JSqVTLW7aIiAjRyclJdHR0FKdPn642LysrS3R0dBTHjRtXoDYQEWmDIIoFGKmFiIiI6COiUqlga2uLL7/8Mtcu7aTbVq9ejQEDBiAxMVF6ZNuH2rp1K7p27Yr4+Hg4OjoWyTaJiIoa70EnIiKij9qLFy9ydH1ftWoV/vvvPwQGBmqnUfRBgoOD4erqioULFxbZNqdPn46BAweyOCcincYr6ERERPRRi46OxtChQ9GxY0dYW1vjzJkzWL58Oby9vXH69Okcz3wnIiLSVRwkjoiIiD5q7u7ucHFxwbx58/Dff//BysoK3bt3x7Rp01icExHRR4VX0ImIiIiIiIh0AO9BJyIiIiIiItIBLNCJiIiIiIiIdAALdCIiIiIiIiIdwAKdiIiIiIiISAewQCciIiIiIiLSASzQiYiIiIiIiHQAC3QiIiIiIiIiHcACnYiIiIiIiEgHsEAnIiIiIiIi0gEs0ImIiIiIiIh0AAt0IiIiIiIiIh3AAp2IiIiIiIhIB7BAJyIiIiIiItIBLNCJiIiIiIiIdMD/Abp6gFI1hfgD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ctrTitle"/>
          </p:nvPr>
        </p:nvSpPr>
        <p:spPr>
          <a:xfrm>
            <a:off x="973289" y="86683"/>
            <a:ext cx="7666500" cy="13174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IN" sz="3600" b="1" noProof="0" dirty="0"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MOTIVATION OF THE PROJECT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lang="en-IN" sz="3600" b="1" noProof="0" dirty="0"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97" y="0"/>
            <a:ext cx="1104900" cy="10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73C8D0F9-115B-1D47-DC7E-9E07F1FFB3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latin typeface="Times New Roman" pitchFamily="18" charset="0"/>
                <a:cs typeface="Times New Roman" pitchFamily="18" charset="0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674" name="AutoShape 2" descr="data:image/png;charset=utf-8;base64,iVBORw0KGgoAAAANSUhEUgAAA+gAAAJYCAYAAADxHswlAAAAOXRFWHRTb2Z0d2FyZQBNYXRwbG90bGliIHZlcnNpb24zLjguNCwgaHR0cHM6Ly9tYXRwbG90bGliLm9yZy8fJSN1AAAACXBIWXMAAA9hAAAPYQGoP6dpAADqBklEQVR4nOzdeVxO6f8/8Ne527SnpETJVooWVIMMWWayNRifaSyD0Ni3sY4xyDb2nWHGboaxMxiMrcbI2CKMydZIlqYIJUJ1n98ffp1vt3Y6577l9Xw87gfdZ7vO6VXd73Oucx1BFEURRERERERERKRVKm03gIiIiIiIiIhYoBMRERERERHpBBboRERERERERDqABToRERERERGRDmCBTkRERERERKQDWKATERERERER6QAW6EREREREREQ6gAU6ERERERERkQ5ggU5ERERERESkA1igExEREREREekAFuhEREREREREOoAFOhEREREREZEOYIFOREREREREpANYoBMRERERERHpABboREREVKqEhIRAEAQIgoCAgACNadnvC4KAtWvXaqV9VDp9/fXXUra2bt2q7eYoYuDAgdI+HzhwQNvNISoVWKATEVGJiIiIKLD4efToEfz8/KTpKpUKy5Yt005j83Hnzh0MGzYMtWrVgqmpKYyMjGBvbw8PDw98/vnnmD59Oh49eqSxTFhYmLRPzs7Oird57dq1Gsdd1wUEBGi0N79XXFyctpuq03KehMj5MjIygoODAwIDA7FmzRqo1WptN/W9cO/ePSxatAgAUK1aNXTs2FGa9vDhQ6xZswY9evSAt7c37O3tYWBgAGtrazRq1AiLFy/Gy5cv8133oUOH8Mknn6B8+fIwNDRExYoV0alTJ5w9ezbXvJmZmdi5cyeGDh2K+vXrw8nJCWXKlIGZmRk8PT0xZswYJCUl5Vru7t27WLZsGTp16gQPDw/Y2trCwMAAtra2aNGiBdavXw9RFHMtN3z4cOjp6QEAvvnmmzznIaJiEomIiEpAeHi4CEB6rVmzRpqWlJQkenl5SdNUKpW4evVq7TU2D1FRUaKlpaXGPuT1On/+vMZyEydOlKZVrlxZ8XavWbNGo326rkmTJoUeYwDizZs333gb+/fvF2fPni3Onj1b3LRpk8a0/DL6runRo0eRjmOXLl203dT3wuDBg6VjPn/+fI1pv/zyS6HfJz8/P/HJkye51jt+/Ph8l1GpVOKKFSs05k9ISCh0W7a2tuLff/+tsdz06dMLXS4oKEjMzMzM1cZPPvlEmmf79u1vfzCJ3nP6b1zZExERFcF///2H5s2b459//gEA6OnpYf369ejSpYuWW6ZpwIABSElJAQCYmpri888/R9WqVZGRkYHr16/jzz//xO3bt7Xcyv+TmpoKCwsLbTfjrZQtWxbffPNNntOsra3feL0tW7ZEy5Yt33j5kvTkyROYm5vLvp3Zs2dDrVbj1q1b+Omnn/DkyRMAwMaNGzFmzBh4enrK3ob3VXp6OtavXw8AUKlUCA4OznO+smXLolWrVnBzc0NiYiJ++ukn6XfO6dOnMWPGDEydOlWaf8+ePZgyZYr0dcuWLdGoUSP89ttv+Ouvv6BWq9G/f3/4+PjA29tbY1sGBgZo0aIFfH19kZGRga1bt+LGjRsAgPv376Nv3744fvx4rjba29ujdevWqFq1KuLi4vDzzz/j+fPnUnvWrFmD0NBQjWU6deqE3bt3AwB++OEHfPrpp8U5fET0Om2fISAiotIhryvot2/fFl1cXKT3DAwMxG3btuW5/PPnz8XFixeLH374oVi2bFnRwMBAtLe3F//3v/+JJ06c0Jh3woQJ0jorVaokZmVlaUz/+++/Ndpy8uTJAtuekpKiMf/atWvznO/06dPi/fv389zfvF7ZV2j//fdfcejQoWKjRo3ESpUqiSYmJqKhoaHo4OAgtm3bVty9e3eubb1+Zfzp06fiN998I1apUkXU19cX27VrV+j2J06cKIpiwVf5b968qbFMeHi4NO315R49eiQOGTJErFixomhoaCi6ubmJixcvFtVqdYHHN6ecV9CL0uMgPDxc7NWrl1inTh3R3t5eNDQ0FI2NjcVq1aqJISEh4sWLF3Mtk/PqcpMmTTSm5fX9Kclj9ODBA3HAgAFixYoVRZVKpXE1NSUlRfzuu+9EPz8/0cLCQjQwMBAdHR3FHj165LqiWZjXr6DntGzZMo1pv/zyS67li/PzJoqimJycLI4aNUps1qyZWLlyZdHMzEw0MDAQy5cvL7Zo0UJcv359njn49ddfxcDAQLF8+fKivr6+aG5uLlatWlVs166d+N133+X62X327Jk4b948sWHDhqKVlZW0jVatWombN2/Otf7Xfw5jY2PFpUuXih4eHqKRkZFoa2sr9u7dW3z48GGuZdesWSM2adJEtLGxEfX19UUrKyvRxcVFDA4OFpcuXVro9yDbzz//LG2/YcOGuaYfOnRIXLx4sfjs2TON92NiYkQjIyNp2bp162pM9/X1lab5+/tL77948UKsUqWKNC04OFiadv/+fXHYsGFiQkKCxrqePXsm1qxZU+NYpaSkSNM3bNgg/vTTT2JGRobGckePHtVY5tNPP821f0+ePBENDQ2lq/rx8fFFOGpElB8W6EREVCJe/6A8ceJEjQ+RRkZGeRaioviqC7y3t3eBXTkXLFggzX/v3j3RwMBAmv7bb79prC9nAe/u7l5o25OTkzW2N3LkyDy7cha0vwUV6Hv27Cl03kmTJmms//UC/cMPP9T4WukC3dbWVqxdu3ae2xk8eHChxzhbcQv0ESNGFLiPhoaG4qFDhzSW0VaBXq5cuVxFUHaBfu3aNdHZ2Tnf/TAyMhK3bNlS5ONYUIG+e/dujWmvH5/i/ryJoiheunSp0Lz17NlTY5nXM5zXKz09XZo/ISFBrFWrVoHzd+zYUaOIfP3nsFGjRnku17hxY4225fy+5fWys7Mr8veie/fuGr87iqNevXrSsrVr19Y4FjnbM3fuXI3lcnapNzU1zXWiIy+v/yw9ePCgSG20sbGRlmnbtm2h+/Eu3zpCpAvYxZ2IiGQxefJkacAgY2Nj7Nq1Cx9//HGe83br1g3R0dEAAHNzc3Tp0gWVKlVCZGQkDhw4ALVaja+++go+Pj7w9/dHhQoV0LFjR2zatAkAsHLlSrRu3VpaX84RlHv27FloW62trVG5cmXcunULADBnzhysWbMG/v7+qFOnDho0aICAgAAYGRlJy1SrVg2zZ8/GwYMHcejQIQC5u2z7+voCAPT19eHt7Q0fHx/Y2trCwsICT58+RWRkJMLDwwEAU6ZMQe/evVGxYsU82/jnn3/igw8+wEcffYSnT5/CysoKjRo1wtmzZ7F582ZpvtmzZ0v/b9iwYaH7XlT3799Hamoq+vXrBysrK/z888+4c+cOAGDx4sXo2LEjmjRpUqx1pqamYs6cObned3R0xOeffw7g1e0GTZo0gYeHB6ytrWFsbIzk5GT89ttviImJwcuXLzFkyBDpFgptevDgAR48eIAWLVrA398f9+/fh52dHbKystChQwdp4DtbW1t06dIF1tbW+P3333HixAm8ePEC3bt3R7169VC1atU32r5arUZ8fDyWLFkivefg4IBGjRppzFfcnzfgVddtNzc3+Pn5wd7eHlZWVnj+/DnOnz+PPXv2QBRFrFmzBv369YOfnx8AaAwC6evri7Zt2yIzMxO3b9/GqVOnEBMTo9Gurl274vLly9LX//vf/+Du7o5Dhw7hr7/+AgBs374d3333HSZMmJDnMTh+/DiaN2+Ohg0bYteuXbh06RIA4NixYzh58iTq16+fq20tWrRAQEAAnj59itu3b+P48eNIT08v8nH/888/pf/7+PgUebkXL15oDIaYfdwA4OLFixrzvp6JnF8/ffoUsbGxqFGjRoHbu3LlisbyNjY2hbbxv//+k7rhv97GnHx9fREVFQXg1fEICQkpdN1ElA9tnyEgIqLSoaAryhs3bsx3uQsXLmjMe/ToUY3prVu3lqZ16NBBej8yMlJ638DAQPzvv/9EUdS80qevry+9X5gdO3aIgiDkuw+WlpbipEmTcl1ZL84gcVevXhU3bdokLl68WJwzZ444e/Zs0cTERFp+/fr10ryvX3389NNP87xKVpRB4kri6jAAccOGDRrL5ezF0LVr1wL3PVtRBol7/ap3VlaWeOrUKXHt2rXiggULxNmzZ4vDhw/XWCZnt1ptXUEHIA4bNizXPv/666/SdD09PfHatWvStMzMTNHDw0Oa/tVXXxXpOBZlkDgXFxcxOjpaY7k3/XnLduvWLXHbtm3ikiVLpAxXrFhRWmby5MnSvJ6entL7f/31V6513bx5U8r0+fPnNdo1evRojWPUoEEDaZq1tbW03Ou/dzp06CB1tU9OThb19PSkaYsWLZLWaWFhIb3/endwURTF2NjYQr8H2W3L+XsjMjKySMuJoij2799fWs7Y2FiMiYmRpr0+sNyRI0c0ll25cqXG9LyOb06bNm3SmD+/23hyysjIEIOCgqRlypcvLyYlJeU579SpU/P9mSOi4uEVdCIikt2ECRPQqFEjODo65poWGRmp8XWzZs3yXc+JEyek/zds2BB169bFuXPnkJGRgbVr12LMmDEaV89bt24NOzu7IrWxQ4cOOHr0KKZMmYKIiIhcj6dKSUnBxIkToVarERYWVqR1ZouLi0PXrl012p+X7CvSefnmm2+gUmnv6agGBgbSVW0AcHZ2RqNGjaQeANlXz0raoUOHEBoaivj4+ALnu3PnTp75Utq3336b672cGc/KyoKLi0u+yxeWkaIyNTXFt99+Cy8vr3zbAhT95y05ORk9evTAb7/9VuB2c2b4ww8/lK4Ef/TRR2jQoAFq1KgBd3d3NG7cGB4eHtK82VfIs/Xo0UP6v56eHr744gtpnocPH+Lq1atwc3PLtf3+/ftLjxu0trZGuXLlkJiYCAAaj0j88MMPpX2pXbs2PvjgA9SoUQO1atVC06ZNUb169QL3M1tycrLGo8WKMrhhRkYG+vXrh9WrVwN49bP1yy+/oGbNmvkuk3MbeX1dkB9++AGDBg2Svh41apTG8c3LkydP8Pnnn2P//v0AXvW02L17N2xtbfOcP+fV+Pv37xe5bUSUG5+DTkREssjZBfPGjRto0qRJns+2fvjwYZHX+foHvyFDhkj/X7VqFQDN7u29evUq8rqBV8/oPnLkCB4+fIj9+/cjLCwsV5fV+fPnF2udANC+ffsiFV4vXrzId1pBH96L4/UP9gVtMycbGxvpecfZcp78ePz4cbHbUrlyZYivxsPReEVERAB49Wzp9u3bF1qcA0Xfj6J402NUrly5PLsNv03Gi2r27Nn49ttvpZ+7p0+fonv37li3bl2JtKV3796FFueA5rH67rvv0KpVKwBAWloaDh06hO+//x6DBg2Cp6en1K08r3a9fmLt9a9zFts5OTs7a3yd87aUnCfdli1bJnV3T05Oxr59+7Bw4UL06dMHNWrUwOeffy7LM+QfP36Mli1bSsW5iYkJdu7ciXbt2mnM93qOskflz+/rcuXK5dqWWq3GyJEj0a9fP2RmZgIAJk6ciFmzZhXYxtu3b6NRo0ZScW5ra4sjR47ggw8+yHeZ4pwwIKKC8Qo6ERHJ4ttvv8XZs2fx/fffAwBu3ryJJk2a4OjRo6hWrZo03+tXnCZPngxjY+MibaNTp04YNWoU7t+/j+vXr2PJkiXSfa3ly5dHmzZt3qjtlpaW0qO6Jk6ciN69e0sfqFNTU5GYmFjkK/NXr17FhQsXpK+7dOmCWbNmwcHBAYIgoHz58kUqykxNTd9oXwBoXHl//d7a69evF2kdycnJyMrK0ijSs69MAoCVldUbty8/e/bswbNnz6Sv586di969e8PS0hL//PMPatWqVWLbKoljlN/3KGfGy5Qpo/HorNdZWloWaVuvGzlyJABg6NCh8Pb2xt27dwEAI0aMQPv27aX1vsnP29OnT7F3717p6+bNm+PHH39E5cqVoaenBz8/P5w5cybXchYWFti3bx/u3LmDkydP4tq1a/jnn3+wc+dOPHv2DH/88QdmzZqFSZMm5WpXYmKiRpGaM2vAq/Ee8mJgYKDxdfbV9Nc5Ojrir7/+wo0bN3D69Glcv34dly5dwq+//orMzExs2bIFLVu2LHQMC2trawiCIBWo+Z04AIB///0Xbdq0ke4Ft7Ozw549e6SxKnJ6/bF4//77r8bXsbGx0v9NTU1z3aP+7NkzdOnSBb/++iuAV8dl+fLlhZ60PHv2LD755BMkJCQAAFxcXLBv3z6N39l5yXmCJb+r7ERUNCzQiYhIFoIgYOnSpTA0NMSCBQsAAPHx8VKRnt3N9/WBzMqVK4f+/fvnWt/ly5dzffg1MjLCl19+ie+++w7Aq66b2bp16wZ9/aL/mevRoweGDBmCevXq5ZpmZmYm/V+lUmk81zpnQZCzmMyWnJys8fX//vc/aSC4iIiIt+4O+npB8uzZM5iYmGi8l7N4vn//PmJjY1GtWjW8ePEiz0Ha8pKRkYHNmzdLz6+Pi4vTeI5yXsftbb1+7Hr27CkVmlu2bCnRbZXEMcpPzow/f/4ctWrVkq4s53Tq1CmNK75voly5cpg6dapUWCYnJ2PBggWYOHFirrZkz1/Yz1tKSgqysrKkaW3atJEKwqtXr+Ya0Czb33//DVdXV1SqVAn/+9//pPeHDh2KRYsWAQDOnTuXZ7vWrVuHmTNnAnh1W8DPP/8sTbO2toarq2thh6JAFy5cgIeHB6pXr67Rnb1du3bSM73PnTtXaIGur68PJycnaYDJ27dvo0GDBrnmi4yMRPv27fHgwQMAgLu7O/bt24fKlSvnuV47Ozv4+fnh9OnTAIAdO3Zg+PDhAF71UtizZ480b9u2bTVOMCUkJCAoKEi67cTS0hLbtm1DixYtCtyXnTt34osvvpB+j3344YfYtWtXkbrt3759W/r/mw5ySESvsEAnIiJZzZ8/H0ZGRtKH7bt370pFupubG7y8vPDRRx9JI6EPGjQI+/fvR7169aBSqXDr1i2cOHECMTExmDhxYq4Rqfv3749Zs2YhMzMTz58/l94vyujtOa1fvx7r169HtWrV0KhRI1StWhWCIODChQvYsWOHNF/jxo01CuCco67fv38fPXv2hLu7OwRBwMCBA1G9enWoVCqpu+zQoUMRHR2N5ORkrFmzplhtzMvro7536dIFDRs2hEqlQrdu3WBnZ5frCp2/vz+aNGmCc+fO4caNG0XeVq9evfDnn39Ko7hnZGRI00JDQ99uR/LwehHWpk0btGrVChcvXsS2bdtKdFsldYzy0qZNG7i5uUm9O9q3b49PP/0U7u7uUKvViI2NxbFjx3Dr1i2sWbMG3t7eb7W9L774AmFhYVLRuGjRIowYMQJmZmZv9PNWvnx5WFlZSbcxTJ06FUlJScjMzMTq1avzvQVg5MiROH36NJo3bw5HR0fY2tri3r17GrnPPjHi5eWF5s2b48iRIwCAWbNm4d9//0WtWrVw8OBBjXvUhw4d+tbjMXz++edISUlB06ZNUbFiRVhbWyM2Nhb79u3L1bbC+Pv7S8f63LlzCA4O1ph+4sQJNG/eXDpOhoaG6NChg8btONmye0IAwPjx4xEUFATgVYHfqlUrNGrUCHv37pVu+9DX18fXX38tLfP48WP4+flpjAXQvn17REdHSyP35zwG2eM2bN26FZ06dZJ+T1laWiIwMFDqOZTN0tISX375Za52nz17Vvr/hx9+mNdhIqKi0s7YdEREVNq8Ppry68/C/fbbbzWmly9fXrx48aIoiqKYmJhY4HOZs1/Zz/V+3f/+9z+N+Xx9fYvd/sK2jf8/evSlS5c0lktISNAYiT3n6/79+6IoimK/fv3ynN68eXONEbBz7l9RRmcXRVF8/vy5WKFChTzXf+bMGWm+15+jnv3KOWo3Chih3M7OTuNZxzlfAwYMKPJxLs5z0F++fKkxwnnO1+ujmOds95uM4l4Sx6ig/bl69WqBz0HPr035Keg56KIoikuWLNGYPnPmTGnam/y8zZgxI895ateurZGLHj16SMsEBgYWuP4yZcqIp0+fluZPSEgQ3d3dC1ymsOeg37x5U+M4VK5cOc/9cXV1LfRnPS4urkjfi5w/q68/b/316YW9Xjd+/Ph851WpVOKKFSs05n/9iQMFvQp6GkF+r7wy/uTJE9HQ0FAEIAqCIN66datIx42I8sZB4oiISBFTpkzRuPc2KSkJTZs2RXR0NMqXL49Tp05h2bJlaNasGcqVKwc9PT2YmpqiZs2a+OKLL7BhwwaNLuw55RwsDij+4HDAqytfs2fPlq52Zg+KZm5ujjp16mD06NG4fPkyateurbGcvb099uzZA39//3zvQV68eDEmT56MypUrw8DAAE5OThg1ahT27NlTrG74eTEyMsK+ffvw8ccfw8LCIt/5du/ejdDQUNja2sLIyAienp5YuXKlxjOzC1KmTBmEh4fjq6++QqVKlWBoaAhXV1csXLiwyOsoLgMDAxw9ehQhISGwsbGBkZERateujR9//LHYI+kXxdseo4K4uLjg4sWLmDVrFho2bIiyZctK+fL09ERoaCh27twp3ULwtnr37q0xTsK8efOke+vf5OdtzJgxWLp0KVxcXGBgYAB7e3t8+eWX+OOPPzRuAclp1KhRGDp0KOrXr4+KFSvC0NAQRkZGqFq1Knr06IHTp09r9Fywt7fHmTNnMHfuXDRo0ACWlpbQ19eHra0tWrZsiU2bNmHbtm1v/TMDANOnT0e/fv1Qr1492Nvbw8DAACYmJqhZsyYGDBiAqKiofLufv+6zzz6Tbns5fvx4rvvl38bkyZNx8OBBtGnTBuXKlYOBgQEqVKiA4OBgnDp1SpaeK8W1Z88evHz5EsCrZ8o7OTlpuUVE7zZBFDnsIhERvdsSEhJQsWJFiKIIY2Nj3Lt3T5ZBy943YWFhmDRpEoBXI67nNQo/EQEDBw6UBsRctGgRBg8erOUWKSfnffvbtm1Dx44dtdwioncbr6ATEdE7KyIiAr/99ht69OghjaLctWtXFudEpKixY8eiTJkyAIAlS5bI8og2XRQbGys9fs/b2xuffvqplltE9O5jgU5ERO+spk2bom3bttKAV2XLlpVGqyYiUkqlSpWkW22uXbumMbBkaTZv3jxphP/p06fn+1g7Iio6dnEnIqJ3VvaHwbJly6JBgwaYMWMGPDw8tNyq0oNd3ImIiJTFAp2IiIiIiIhIB7CLOxEREREREZEOYIFOREREREREpANYoBMRERERERHpABboRERERERERDqABToRERERERGRDmCBTkRERERERKQDWKATERERERER6QAW6EREREREREQ6gAU6ERERERERkQ5ggU5ERERERESkA1igExEREREREekAFuhEREREREREOoAFOhEREREREZEOYIFOREREREREpANYoBMRERERERHpAH1tN4CotFOr1bh37x7Mzc0hCIK2m0NERERERG9BFEU8efIEDg4OUKlK9po3C3Qimd27dw+Ojo7abgYREREREZWg27dvo1KlSiW6ThboRDIzNzcHAMTHx8PS0lLLraHSShRFpKSkwNLSkj01SDbMGSmBOSMlMGf0NlJTU+Ho6Ch9zi9JLNCJZJb9S9/S0hIWFhZabg2VZjwBREpgzkgJzBkpgTmjtyXHyR0OEkekELVare0mUCmmVquRmJjInJGsmDNSAnNGSmDOSFexQCciKiXS09O13QR6DzBnpATmjJTAnJEuYoFOREREREREpANYoBMRERERERHpABboRArhCKEkJ0EQYGNjw5yRrJgzUgJzRkpgzkhXcRR3IoXwDwDJSRAEWR71QZQTc0ZKYM5ICcwZ6SpeQSdSCEcJJTmp1WrcvXuXOSNZMWekBOaMlMCcka5igU5EVEpkZGRouwn0HmDOSAnMGSmBOSNdxAKdiIiIiIiISAewQCciIiIiIiLSASzQiRTCQeJIToIgwM7OjjkjWTFnpATmjJTAnJGu4ijuRArhHwCSkyAIMDY21nYzqJRjzkgJzBkpgTkjXcUr6EQK4SihJCe1Wo1bt24xZyQr5oyUwJyREpgz0lUs0ImISglRFLXdBHoPMGekBOaMlMCckS5igU5ERERERESkA1igExEREREREekAFuhECuEgcSQnQRDg4ODAnJGsmDNSAnNGSmDOSFexQCdSCP8AkJwEQYC+vj5zRrJizkgJzBkpgTkjXcUCnUghHCWU5KRWqxEfH8+ckayYM1ICc0ZKYM5IV/E56EQKqTP5IERDU203g0opPUGEn62I0/f/RpbIqwEkD+aMlMCckRKYs3dP3Iw22m6CIngFnYiIiIiIiEgHsEAnIiIiIiIi0gHs4k6kkCxR4Bkxkk2WKOD0fbCbHsmKOSMlMGekBOaMdBXrBSLFiNpuAJVqIgxVr/4lkg9zRkpgzkgJzBnpJhboRArR4wlakpGeAHjbiMwZyYo5IyUwZ6QE5ox0FQt0IiIiIiIiIh3AAp2IiIiIiIhKvRkzZkAQBAwbNkx6TxCEPF+zZ8+W5hk+fDisra3h6OiIDRs2aKxz69atCAoKKrE2vtMFekBAgMbBLQmiKKJPnz6wtraGIAiIjo7Oc75du3ahevXq0NPTw7Bhw7B27VpYWVmVaFtKghzHKC8hISFo37697NshovypeRsdKYA5IyUwZ6QE5uz9cubMGfzwww/w9PTUeD8hIUHjtXr1agiCgI4dOwIA9uzZg40bN+LgwYOYNWsWQkNDkZycDABISUnBuHHjsHTp0hJrp6yjuIeEhODx48fYtWuXnJspUQcOHMDatWsRERGBqlWroly5cnnO17dvX/Ts2RNDhgyBubk59PX10bp1a4VbW7gdO3bAwMBAlnXfunULNWvWxP3797Fw4UKIou78louLi0OVKlVw/vx5eHt7a7s5ADiKO8krSxRw6j5vpCN5MWekBOaMlMCcvV/S0tLQtWtXrFixAlOnTtWYZm9vr/H1r7/+iqZNm6Jq1aoAgJiYGAQEBMDHxwc+Pj4YNmwY4uLiAAATJkxA//794eTkVGJtZb3wmtjYWFSoUAENGzaEvb099PVzn8NIS0tDUlISAgMD4eDgAHNzcxgbG6N8+fJaaHHBrK2tYW5uLsu6s8NrZmYGS0tLnexBUBIyMjJKZD0CRwklGQkQYWkoMmckK+aMlMCckRKYs/fLwIED0aZNG7Ro0aLA+RITE/Hbb7+hd+/e0nteXl44e/YsHj16hKioKKSnp0vF+4ULFzBkyJASbatWC/R58+bBw8MDpqamcHR0xIABA5CWlqYxT2RkJAICAmBiYoKyZcsiMDAQjx49ynN9v/32GywtLXPdF5DTH3/8AT8/PxgZGaFChQr4+uuvkZmZCeDVFf/BgwcjPj4egiDA2dk51/IRERFSwdusWTMIgoCIiIhcXdzDwsLg7e2Nn376Cc7OzrC0tESnTp3w5MkTaZ4DBw6gUaNGsLKygo2NDdq2bYvY2FhpelxcHARBwI4dO9C0aVOYmJjAy8sLf/31V5GP0etd3J2dnfHdd9+hV69eMDc3h5OTE3788UeN9Z04cQLe3t4oU6YMfHx8sGvXrjy7+//666/45JNPpGOXs4t7QEAAhgwZgtGjR8Pa2hr29vYICwuTpnfp0gWff/65xvoyMjJQrlw5rF+/HgCgVqsxffp0VKlSBcbGxvDy8sK2bduk+R89eoSuXbvC1tYWxsbGqFGjBtasWQMAqFKlCgCgTp06EAQBAQEB0jonT56MSpUqwcjICN7e3jhw4ECuY75582Y0adIEZcqUwYYNG3Dr1i0EBQWhbNmyMDU1Ra1atbBv3z4Uh4onaUlGKgFwtxKZM5IVc0ZKYM5ICczZ+2PTpk04d+4cpk+fXui869atg7m5OT799FPpvcDAQHzxxRfw9fVFSEgI1q1bB1NTUwDA/PnzsWzZMri6usLf3x+XL19+6/ZqtUBXqVRYtGgRLl++jHXr1uHo0aMYPXq0ND06OhrNmzeHu7s7/vrrLxw/fhxBQUHIysrKta6NGzeic+fO2LBhA7p27Zrn9u7evYvWrVvD19cXFy5cwLJly7Bq1Sqpm8PChQul4i0hIQFnzpzJtY6GDRvi6tWrAIDt27cjISEBDRs2zHN7sbGx2LVrF/bu3Yu9e/fijz/+wIwZM6TpT58+xfDhw3H27FkcOXIEKpUKHTp0gFqt1ljPuHHjMHLkSERHR8PFxQWdO3eWTioU5xhlmzt3Lnx8fHD+/HkMGDAA/fv3l/YpNTUVQUFB8PDwwLlz5zBlyhSMGTMm1zoeP36M48ePSwV6XrLDe+rUKcyaNQuTJ0/GoUOHAABdu3bFnj17NE7I/P7773j27Bk6dOgAAJg+fTrWr1+P5cuX4/Lly/jqq6/wxRdf4I8//gAAjB8/Hv/88w/279+PmJgYLFu2TLol4fTp0wCAw4cPIyEhATt27ADw6ns8d+5czJkzBxcvXkRgYCA++eQTXL9+XaPtX3/9NYYOHYqYmBgEBgZi4MCBePHiBY4dO4ZLly5h5syZMDMzy3O/X7x4gdTUVI0XEREREREp6/bt2xg6dCg2bNiAMmXKFDr/6tWr0bVr11zzhoWF4caNG7h06RI6dOiAefPmAQAMDAwwdepUHD9+HKGhoejevftbt1nWe9AL8/qV3alTp6Jfv374/vvvAQCzZs2Cj4+P9DUA1KpVK9d6li5dinHjxmHPnj1o0qRJvtv7/vvv4ejoiCVLlkAQBNSsWRP37t3DmDFjMGHCBFhaWsLc3Bx6enq57kXIZmhoKHVlz74ynB+1Wo21a9dKV9y7deuGI0eOYNq0aQAgDTyQbfXq1bC1tcU///yD2rVrS++PHDkSbdq0AQBMmjQJtWrVwo0bN1CzZs0iH6OcWrdujQEDBgAAxowZg/nz5yM8PByurq7YuHEjBEHAihUrUKZMGbi7u+Pu3bv48ssvNdaxb98+eHp6wsHBId/teHp6YuLEiQCAGjVqYMmSJThy5Ag++ugjBAYGwtTUFDt37kS3bt0AvDrJ8sknn8Dc3BwvXrzAd999h8OHD6NBgwYAgKpVq+L48eP44Ycf0KRJE8THx6NOnTrw8fEBAI0eD7a2tgAAGxsbje/RnDlzMGbMGHTq1AkAMHPmTISHh2PBggUagzsMGzZM48xZfHw8OnbsCA8PD6kt+Zk+fTomTZqU73QiIiIiIpJfVFQUkpKSULduXem9rKwsHDt2DEuWLMGLFy+gp6cHAPjzzz9x9epVbN68ucB1XrlyRZrn+PHjaNy4MWxtbREcHIxevXrhyZMnb3WLsVavoB8+fBjNmzdHxYoVYW5ujm7duiE5ORnPnj0D8H9Xhwuybds2fPXVVzh06FCBxTnw6gb/Bg0aQBD+ry+Lv78/0tLScOfOnbffodc4OztrfHMqVKiApKQk6evr16+jc+fOqFq1KiwsLKQCMz4+XmM9OUcarFChAgBI6ynKMXpdzvUJggB7e3tpfVevXoWnp6fGWSM/P79c68jZvb0o28lue/Z29PX1ERwcLN2O8PTpU/z6669S74cbN27g2bNn+Oijj2BmZia91q9fL90G0L9/f2zatAne3t4YPXo0Tpw4UWB7UlNTce/ePfj7+2u87+/vj5iYGI33sov+bEOGDMHUqVPh7++PiRMn4uLFi/luZ+zYsUhJSZFet2/fBgDe4USyEgGkZzJnJC/mjJTAnJESmLP3Q/PmzXHp0iVER0dLLx8fH3Tt2hXR0dFScQ4Aq1atQr169eDl5ZXv+kRRRN++ffHdd98BeFXsZ49Xlf1vQT2Zi0JrBXpcXBzatm0LT09PbN++HVFRUdIVzJcvXwIAjI2NC11PnTp1YGtri9WrV+vUKOIAco2eLgiCRvf1oKAgPHz4ECtWrMCpU6dw6tQpAP+3/3mtJ/vkQvZ6inKMituuwrx8+RIHDhwotEAvbDtdu3bFkSNHkJSUhF27dsHY2BgtW7YEAKnr+2+//abxA/XPP/9I96G3atUKt27dwldffYV79+6hefPmGDlyZJH3oyDZ95VkCw0Nxb///otu3brh0qVL8PHxweLFi/Nc1sjICBYWFhovAFCLvMmJ5KMWBUQ/VDFnJCvmjJTAnJESmLP3g7m5OWrXrq3xMjU1hY2NjUaP5dTUVGzduhWhoaEFrm/lypWwtbVFq1atAAD169fH0aNHcfLkScyfPx/u7u5vPXC21gr0qKgoqNVqzJ07F/Xr14eLiwvu3bunMY+npyeOHDlS4HqqVauG8PBw/Prrrxg8eHCB87q5ueGvv/7SKOQjIyNhbm6OSpUqvfnOvIHk5GRcvXoV3377LZo3bw43N7d8B78rSFGOUXG4urri0qVLePHihfTe6/fiR0REoGzZsgWeXSqKhg0bwtHREZs3b8aGDRvw2WefSUW9u7s7jIyMEB8fj+rVq2u8HB0dpXXY2tqiR48e+Pnnn7FgwQJpwDtDQ0MAmmewLCws4ODggMjISI12REZGwt3dvdD2Ojo6ol+/ftixYwdGjBiBFStWFGt/OUooyUmAiPJlOBotyYs5IyUwZ6QE5oxy2rRpE0RRROfOnfOdJzExEdOmTcOiRYuk9+rVq4cRI0agTZs22LJlizRg9duQ/R70lJSUXKN/29jYoHr16sjIyMDixYsRFBSEyMhILF++XGO+sWPHwsPDAwMGDEC/fv1gaGiI8PBwfPbZZxrPJ3dxcUF4eDgCAgKgr6+PBQsW5NmWAQMGYMGCBRg8eDAGDRqEq1evYuLEiRg+fDhUKmXPVZQtWxY2Njb48ccfUaFCBcTHx+Prr78u9nqKeoyKqkuXLhg3bhz69OmDr7/+GvHx8ZgzZw6A/7t6v3v37kKvnhdne8uXL8e1a9cQHh4uvW9ubo6RI0fiq6++glqtRqNGjZCSkoLIyEhYWFigR48emDBhAurVq4datWrhxYsX2Lt3L9zc3AAA5cuXh7GxMQ4cOIBKlSqhTJkysLS0xKhRozBx4kRUq1YN3t7eWLNmDaKjowsc+R94dU96q1at4OLigkePHiE8PFzaVlGpBHajIvmoBKCahYjkFwKyGDSSCXNGSmDOSAnM2fsrIiIi13t9+vRBnz59ClzOzs5Oev55zkGgJ0yYgAkTJpRY+2SvSiMiIlCnTh2N16RJk+Dl5YV58+Zh5syZqF27NjZs2JBr6HsXFxccPHgQFy5cgJ+fHxo0aIBff/01z2eTu7q64ujRo/jll18wYsSIPNtSsWJF7Nu3D6dPn4aXlxf69euH3r1749tvv5Vl3wuiUqmwadMmREVFoXbt2vjqq68we/bsYq+nOMeoKCwsLLBnzx5ER0fD29sb48aNkwKXfV96SRboXbt2xT///IOKFSvmujd8ypQpGD9+PKZPnw43Nze0bNkSv/32m/QINUNDQ4wdOxaenp5o3Lgx9PT0sGnTJgCv7nFftGgRfvjhBzg4OKBdu3YAXt1LPnz4cIwYMQIeHh44cOAAdu/ejRo1ahTYzqysLAwcOFBqh4uLi8bAfERERERERG9LEHXtxm3SORs2bEDPnj2RkpKCmJgYNGvWDPfv3891jznlLTU1FZaWlnD+ajNEQ9PCFyB6A3qCCD9bEafvC8ji/XQkE+aMlMCckRKYs3dP3Iw22m6CJPvzfUpKijTeVEnR6mPWSDetX78eVatWRcWKFXHhwgWMGTMGwcHBMDY2RmZmJhYvXszi/A3wVBjJSRSBlJfMGcmLOSMlMGekBOaMdBULdMrlv//+w4QJE/Dff/+hQoUK+Oyzz6Rnt/v5+eX52DUqnBqCdp9rSKWaGgL+ecwrACQv5oyUwJyREpgz0lUs0CmX0aNHY/To0dpuRqnDUUJJTgJEVDQF7j4FRPADB8mDOSMlMGekBOaMdBUv6BEpRMXf/SQjlQA4morMGcmKOSMlMGekBOaMdBULdCIiIiIiIiIdwAKdiIiIiIiISAewQCdSCEcJJTmJIpCULjBnJCvmjJTAnJESmDPSVRwkjkghFye1LPHnJBIRERERUenBK+hEClGr1dpuApViarUaDx48YM5IVswZKYE5IyUwZ6SrWKATEZUSaWlp2m4CvQeYM1ICc0ZKYM5IF7FAJyIiIiIiItIBLNCJiIiIiIiIdAALdCKFCIKg7SZQKSYIAqysrJgzkhVzRkpgzkgJzBnpKo7iTqQQ/gEgOWV/0CCSE3NGSmDOSAnMGekqXkEnUghHCSU5qdVqJCYmMmckK+aMlMCckRKYM9JVLNCJiEqJ9PR0bTeB3gPMGSmBOSMlMGeki1igExEREREREekAFuhEREREREREOoAFOpFCOEgcyUkQBNjY2DBnJCvmjJTAnJESmDPSVRzFnUgh/ANAchIEAebm5tpuBpVyzBkpgTkjJTBnpKt4BZ1IIRwllOSkVqtx9+5d5oxkxZyREpgzUgJzRrqKBToRUSmRkZGh7SbQe4A5IyUwZ6QE5ox0EQt0IiIiIiIiIh3AAp2IiIiIiIhIB7BAJ1IIB4kjOQmCADs7O+aMZMWckRKYM1ICc0a6iqO4EynEI+wgVEYm2m4GEREREb3H4ma00XYTqAC8gk6kED1B1HYTqBTTE0R8YKtmzkhWzBkpgTkjJTBnpKtYoBMRlRIq9tIjBTBnpATmjJTAnJEuYoFOREREREREpANYoBMRERERERHpABboRArJ4i1OJKMsEYhOFpgzkhVzRkpgzkgJzBnpKhboRIrhjU4kJwEv1a/+JZIPc0ZKYM5ICcwZ6SYW6EQK4SihJCc9QYSfrcickayYM1ICc0ZKYM7ezowZMyAIAoYNG5bn9H79+kEQBCxYsEDj/eHDh8Pa2hqOjo7YsGGDxrStW7ciKChIpha/O1igvyPCwsLg7e2t7WYo7r///sNHH30EU1NTWFlZKb79iIgICIKAx48fK75tIiIiIiJdc+bMGfzwww/w9PTMc/rOnTtx8uRJODg4aLy/Z88ebNy4EQcPHsSsWbMQGhqKBw8eAABSUlIwbtw4LF26VPb26zoW6AUICQmBIAgQBAEGBgaoUqUKRo8ejefPnyvelpEjR+LIkSOKb/dNrF27tsSK6fnz5yMhIQHR0dG4du1aiayTiIiIiIiKLy0tDV27dsWKFStQtmzZXNPv3r2LwYMHY8OGDTAwMNCYFhMTg4CAAPj4+KBz586wsLDAzZs3AQCjR49G//794eTkpMh+6DIW6IVo2bIlEhIS8O+//2L+/Pn44YcfMHHiRMXbYWZmBhsbG8W3q22xsbGoV68eatSogfLly2u7OURERERE762BAweiTZs2aNGiRa5parUa3bp1w6hRo1CrVq1c0728vHD27Fk8evQIUVFRSE9PR/Xq1XH8+HGcO3cOQ4YMUWIXdB4L9EIYGRnB3t4ejo6OaN++PVq0aIFDhw5J052dnXPdW+Ht7Y2wsDDpa0EQsHLlSnTo0AEmJiaoUaMGdu/eLU3P7kZ95MgR+Pj4wMTEBA0bNsTVq1eleV7v4h4SEoL27dtjzpw5qFChAmxsbDBw4EBkZGRI8yQkJKBNmzYwNjZGlSpVsHHjxjzbm5NarcbkyZNRqVIlGBkZwdvbGwcOHMjV1pxdvqOjoyEIAuLi4hAREYGePXsiJSVF6n2Q81i8btmyZahWrRoMDQ3h6uqKn376SePYbt++HevXr4cgCAgJCcl3PatXr0atWrVgZGSEChUqYNCgQdK0efPmwcPDA6ampnB0dMSAAQOQlpYmTb916xaCgoJQtmxZmJqaolatWti3b5/G+qOiovL93hRVlshBSEg+WaKA0/cF5oxkxZyREpgzUgJzVnybNm3CuXPnMH369Dynz5w5E/r6+vkW2oGBgfjiiy/g6+uLkJAQrFu3Dqampujfvz+WL1+OZcuWwdXVFf7+/rh8+bKcu6LTWKAXw99//40TJ07A0NCw2MtOmjQJwcHBuHjxIlq3bo2uXbvi4cOHGvOMGzcOc+fOxdmzZ6Gvr49evXoVuM7w8HDExsYiPDwc69atw9q1a7F27Vppevfu3XHv3j1ERERg+/bt+PHHH5GUlFTgOhcuXIi5c+dizpw5uHjxIgIDA/HJJ5/g+vXrRdrPhg0bYsGCBbCwsEBCQgISEhIwcuTIPOfduXMnhg4dihEjRuDvv/9G37590bNnT4SHhwN4dX9Ly5YtERwcjISEBCxcuDDP9SxbtgwDBw5Enz59cOnSJezevRvVq1eXpqtUKixatAiXL1/GunXrcPToUYwePVqaPnDgQLx48QLHjh3DpUuXMHPmTJiZmWlsozjfmxcvXiA1NVXj9QoHISE5iTBUvfqXSD7MGSmBOSMlMGfFcfv2bQwdOhQbNmxAmTJlck2PiorCwoULsXbtWghC/ic9wsLCcOPGDVy6dAkdOnTA9OnT0aJFCxgYGGDq1Kk4fvw4QkND0b17dzl3R6exQC/E3r17YWZmhjJlysDDwwNJSUkYNWpUsdcTEhKCzp07o3r16vjuu++QlpaG06dPa8wzbdo0NGnSBO7u7vj6669x4sSJAu93L1u2LJYsWYKaNWuibdu2aNOmjXSf+pUrV3D48GGsWLECH3zwAerWrYuVK1ciPT29wHbOmTMHY8aMQadOneDq6oqZM2fC29u7wKvuORkaGsLS0hKCIMDe3h729va5it2c2woJCcGAAQPg4uKC4cOH49NPP8WcOXMAALa2tjAyMoKxsTHs7e1haWmZ53qmTp2KESNGYOjQoXBxcYGvr6/GiJLDhg1D06ZN4ezsjGbNmmHq1KnYsmWLND0+Ph7+/v7w8PBA1apV0bZtWzRu3FhjG8X53kyfPh2WlpbSy9HREQCgxxO0JCM9AfC2EZkzkhVzRkpgzkgJzFnxREVFISkpCXXr1oW+vj709fXxxx9/YNGiRdDX10dERASSkpLg5OQkTb916xZGjBgBZ2fnPNd55coV/Pzzz5gyZQoiIiLQuHFj2NraIjg4GOfOncOTJ0+U3Ukdoa/tBui6pk2bYtmyZXj69Cnmz58PfX19dOzYsdjryTnKoampKSwsLHJdzc45T4UKFQBACnpeatWqBT09PY1lLl26BAC4evUq9PX1UbduXWl69erV8xzMIVtqairu3bsHf39/jff9/f1x4cKFwnax2GJiYtCnT59c28rvSnlekpKScO/ePTRv3jzfeQ4fPozp06fjypUrSE1NRWZmJp4/f45nz57BxMQEQ4YMQf/+/XHw4EG0aNECHTt2zDUqZXG+N2PHjsXw4cOlr1NTU6UinYiIiIjoXdO8eXOpzsjWs2dP1KxZE2PGjEGFChUQGBioMT0wMBDdunVDz549c61PFEX07dsX8+bNg5mZGbKysqRbdbP/zcrKkmlvdBuvoBfC1NQU1atXh5eXF1avXo1Tp05h1apV0nSVSgVR1Owak/M+8Gyvj2IoCALUanW+82R3DXl9nuKus6SpVK8ik3Of89pfpRgbGxc4PS4uDm3btoWnpye2b9+OqKgo6fENL1++BACEhobi33//Rbdu3XDp0iX4+Phg8eLFGuspzvfGyMgIFhYWGi8iIiIioneVubk5ateurfEyNTWFjY0NateuLf2b82VgYAB7e3u4urrmWt/KlStha2srPffc398fR48excmTJzF//ny4u7tr5RHLuoAFejGoVCp88803+Pbbb6Wu4ra2tkhISJDmSU1NlR4XoE2urq7IzMzE+fPnpfdu3LiBR48e5buMhYUFHBwcEBkZqfF+ZGQk3N3dAbzaXwAa+xwdHa0xv6GhYZHOeLm5uRW4raIwNzeHs7Nzvo+gi4qKglqtxty5c1G/fn24uLjg3r17ueZzdHREv379sGPHDowYMQIrVqwochuIdIWat9GRApgzUgJzRkpgzrQjMTER06ZNw6JFi6T3/Pz8MGLECLRp0wZbtmzBmjVrtNhC7WIX92L67LPPMGrUKCxduhQjR45Es2bNsHbtWgQFBcHKygoTJkzQ6HauLTVr1kSLFi3Qp08fLFu2DAYGBhgxYgSMjY0LHLhh1KhRmDhxIqpVqwZvb2+sWbMG0dHR2LBhA4BX3eQdHR0RFhaGadOm4dq1a5g7d67GOpydnZGWloYjR47Ay8sLJiYmMDExyXNbwcHBqFOnDlq0aIE9e/Zgx44dOHz4cLH2NSwsDP369UP58uXRqlUrPHnyBJGRkRg8eDCqV6+OjIwMLF68GEFBQYiMjMTy5cs1lh82bBhatWoFFxcXPHr0COHh4XBzcytWG4oiSxR4RoxkkyUKOHWfN9KRvJgzUgJzRkpgzt5eREREgdPj4uLyfN/Ozi7PaRMmTMCECRPevmHvONYLxaSvr49BgwZh1qxZePr0KcaOHYsmTZpIg7S1b98e1apV03YzAQDr16+HnZ0dGjdujA4dOuDLL7+Eubl5niMvZhsyZAiGDx+OESNGwMPDAwcOHMDu3btRo0YNAK+6ev/yyy+4cuUKPD09MXPmTEydOlVjHQ0bNkS/fv3w+eefw9bWFrNmzcpzW+3bt8fChQsxZ84c1KpVCz/88APWrFmDgICAYu1njx49sGDBAnz//feoVasW2rZtK4067+XlhXnz5mHmzJmoXbs2NmzYkOvREFlZWRg4cCDc3NzQsmVLuLi44Pvvvy9WG4pC4CihJCMBIiwNReaMZMWckRKYM1ICc0a6ShBfv4GaSq07d+7A0dERhw8fLnBQNSpZqampsLS0hPNXmyEammq7OVRK6Qki/GxFPtOVZMWckRKYM1LC+5yzuBlttN2Ed1725/uUlJQSH2+KXdxLsaNHjyItLQ0eHh5ISEjA6NGj4ezsnOsRYkRERERERKR9LNBLsYyMDHzzzTf4999/YW5ujoYNG2LDhg25Rn8nIiIiIiIi7WOBXooFBgbmeh4haQ/vJSE5iQDSM5kzkhdzRkpgzkgJzBnpKhboRApRcxR3kpFaFBD98P26h46Ux5yREpgzUgJzRrqK9QKRQjhKKMlJgIjyZTgaLcmLOSMlMGekBOaMdBULdCKFqHiSlmSkEoBqFiJzRrJizkgJzBkpgTkjXcUCnYiIiIiIiEgH8B50IoWcn/AxrKystN0MKqXUajXi4+Ph5OQElYrnXkkezBkpgTkjJTBnpKuYRiKiUsLY2FjbTaD3AHNGSmDOSAnMGekiXkEnUgjPzpKcVCoV7OzstN0MKuWYM1ICc0ZKYM5IV7FiIFKIKHKUUJKPKIp4/Pgxc0ayYs5ICcwZKYE5I13FAp1IIfwDQHLiBw1SAnNGSmDOSAnMGekqFuhEREREREREOoAFOhEREREREZEOYIFORFRKmJmZabsJ9B5gzkgJzBkpgTkjXcRR3IkUwlHcSU4qlQrlypXTdjOolGPOSAnMGSmBOSNdxYqBSCFqtVrbTaBSTK1W48GDB8wZyYo5IyUwZ6QE5ox0FQt0IqJSIi0tTdtNoPcAc0ZKYM5ICcwZ6SIW6EREREREREQ6gAU6ERERERERkQ5ggU6kEEEQtN0EKsUEQYCVlRVzRrJizkgJzBkpgTkjXcVR3IkUwj8AJKfsDxpEcmLOSAnMGSmBOSNdxSvoRArhKKEkJ7VajcTEROaMZMWckRKYM1ICc0a6igU6EVEpkZ6eru0m0HuAOSMlMGekBOaMdBELdCIiIiIiIiIdwHvQiRRy9uxZmJmZabsZVEqJooj09HQkJCRwvAOSDXNGSniXc1a/fn1tN4GI3nG8gk5EVEoYGhpquwn0HmDOSAnMGclNEATY2Ni8cyeBqPTjFXQihfAPAMlJEATo6/NXOsmLOSMlMGekBEEQYG5uru1mEOXCK+hEChFFUdtNoFJMFEU8f/6cOSNZMWekBOaMlKBWq3H37l2O4k46hwU6EVEpwQ8ZpATmjJTAnJESMjIytN0EolxYoBMRERERERHpABboRERERERERDqABToRUSlhZGSk7SbQe4A5IyUwZyQ3QRBgZ2fHQXxJ57BAL+WcnZ2xYMEC2bcjCAJ27dr1RsvGxcVBEARER0eXaJt0Df8AkJwEQYCenh5zRrJizkgJ72POli1bBk9PT1hYWMDCwgINGjTA/v37pelhYWGoWbMmTE1NUbZsWbRo0QKnTp3SWMfw4cNhbW0NR0dHbNiwQWPa1q1bERQUpMi+vCsEQYCxsfF7lTN6N5RYgf7ff/9h8ODBqFq1KoyMjODo6IigoCAcOXJEY74TJ06gdevWKFu2LMqUKQMPDw/MmzcPWVlZAIDt27dDT08Pd+/ezXM7NWrUwPDhwwEAAQEBGDZsmDQtICAAgiBAEAQYGRmhYsWKCAoKwo4dO4q0D0OGDEG9evVgZGQEb2/vPOfZsmULvL29YWJigsqVK2P27NlFWndpl5CQgFatWr3Rso6OjkhISEDt2rVLuFUlLyQkBO3bt3+jZTkaLclJFEWkp6czZyQr5oyU8D7mrFKlSpgxYwaioqJw9uxZNGvWDO3atcPly5cBAC4uLliyZAkuXbqE48ePw9nZGR9//DHu378PANizZw82btyIgwcPYtasWQgNDcWDBw8AACkpKRg3bhyWLl2qtf3TRWq1Grdu3eKAhKRzSqRAj4uLQ7169XD06FHMnj0bly5dwoEDB9C0aVMMHDhQmm/nzp1o0qQJKlWqhPDwcFy5cgVDhw7F1KlT0alTJ4iiiE8++QQ2NjZYt25dru0cO3YMN27cQO/evfNty5dffomEhATExsZi+/btcHd3R6dOndCnT58i7UuvXr3w+eef5zlt//796Nq1K/r164e///4b33//PebPn48lS5YUad2lmb29/Rt3R9PT04O9vT2feUr0lt6nD7OkPcwZKeF9y1lQUBBat26NGjVqwMXFBdOmTYOZmRlOnjwJAOjSpQtatGiBqlWrolatWpg3bx5SU1Nx8eJFAEBMTAwCAgLg4+ODzp07w8LCAjdv3gQAjB49Gv3794eTk5PW9k9XvW85o3dDiRToAwYMgCAIOH36NDp27AgXFxfUqlULw4cPl36xPH36FF9++SU++eQT/Pjjj/D29oazszNCQ0Oxbt06bNu2DVu2bIGBgQG6deuGtWvX5trO6tWr8cEHH6BWrVr5tsXExAT29vaoVKkS6tevj5kzZ+KHH37AihUrcPjw4QL3Y9GiRRg4cCCqVq2a5/SffvoJ7du3R79+/VC1alW0adMGY8eOxcyZM/P9Ac/uvr1p0yY0bNgQZcqUQe3atfHHH39I82RlZaF3796oUqUKjI2N4erqioULF2qsJ/vK7Zw5c1ChQgXY2Nhg4MCBGo+HSEpKQlBQEIyNjVGlSpVc3ZsA4PHjxwgNDYWtrS0sLCzQrFkzXLhwQZoeFhYGb29vrF69Gk5OTjAzM8OAAQOQlZWFWbNmwd7eHuXLl8e0adM01vt6F/c7d+6gc+fOsLa2hqmpKXx8fHJ1xXr9GGV3cY+IiIAgCPj9999Rp04dGBsbo1mzZkhKSsL+/fvh5uYGCwsLdOnSBc+ePZPWExAQgEGDBmHQoEGwtLREuXLlMH78eI3vzU8//QQfHx+Ym5vD3t4eXbp0QVJSkkZ7Ll++jLZt28LCwgLm5ub48MMPERsbi7CwMKxbtw6//vqr1FMjIiIiz30iIiIiehNZWVnYtGkTnj59igYNGuSa/vLlS/z444+wtLSEl5cXAMDLywtnz57Fo0ePEBUVhfT0dFSvXh3Hjx/HuXPnMGTIEKV3g4je0FsX6A8fPsSBAwcwcOBAmJqa5ppuZWUFADh48CCSk5MxcuTIXPMEBQXBxcUFv/zyCwCgd+/euH79Oo4dOybNk5aWhm3bthV49Tw/PXr0QNmyZYvc1T0/L168QJkyZTTeMzY2xp07d3Dr1q0Clx01ahRGjBiB8+fPo0GDBggKCkJycjKAV11sKlWqhK1bt+Kff/7BhAkT8M0332DLli0a6wgPD0dsbCzCw8Oxbt06rF27VuNERkhICG7fvo3w8HBs27YN33//fa7i87PPPpMK3aioKNStWxfNmzfHw4cPpXliY2Oxf/9+HDhwAL/88gtWrVqFNm3a4M6dO/jjjz8wc+ZMfPvtt/kW3GlpaWjSpAnu3r2L3bt348KFCxg9enSxuxCFhYVhyZIlOHHiBG7fvo3g4GAsWLAAGzduxG+//YaDBw9i8eLFGsusW7cO+vr6OH36NBYuXIh58+Zh5cqV0vSMjAxMmTIFFy5cwK5duxAXF4eQkBBp+t27d9G4cWMYGRnh6NGjiIqKQq9evZCZmYmRI0ciODgYLVu2REJCAhISEtCwYcNi7RMRERFRXi5dugQzMzMYGRmhX79+2LlzJ9zd3aXpe/fuhZmZGcqUKYP58+fj0KFDKFeuHAAgMDAQX3zxBXx9fRESEoJ169bB1NQU/fv3x/Lly7Fs2TK4urrC399f6jZPRLrprfsU37hxA6IoombNmgXOd+3aNQCAm5tbntNr1qwpzePu7o769etj9erVaNy4MYBX936LoohOnToVu40qlQouLi6Ii4sr9rI5BQYG4quvvkJISAiaNm2KGzduYO7cuQBe3YPt7Oyc77KDBg1Cx44dAbwaCOTAgQNYtWoVRo8eDQMDA0yaNEmat0qVKvjrr7+wZcsWBAcHS++XLVsWS5YsgZ6eHmrWrIk2bdrgyJEj+PLLL3Ht2jXs378fp0+fhq+vLwBg1apVGsf7+PHjOH36NJKSkqTu6HPmzMGuXbuwbds26TYAtVqN1atXw9zcHO7u7mjatCmuXr2Kffv2QaVSwdXVFTNnzkR4eDg++OCDXPu6ceNG3L9/H2fOnIG1tTUAoHr16sU+3lOnToW/vz+AVydtxo4di9jYWKmHw//+9z+Eh4djzJgx0jKOjo6YP38+BEGAq6srLl26hPnz5+PLL78E8OoWhmxVq1bFokWL4Ovri7S0NJiZmWHp0qWwtLTEpk2bYGBgAODVfV/ZjI2N8eLFC9jb2+fb7hcvXuDFixfS16mpqcXed6I38foJRCI5MGekhPcxZ66uroiOjkZKSgq2bduGHj164I8//pCK9KZNmyI6OhoPHjzAihUrEBwcjFOnTqF8+fIAXl3YCAsLk9Y3adIktGjRAgYGBpg6dSouXbqEvXv3onv37oiKitLGLuoUQRDg4ODAQeJI57z1FfTi3rtR1Pl79eqFbdu24cmTJwBedW//7LPPYG5uXuw2Zm83+wewVatWMDMzg5mZWYHd5V/35ZdfYtCgQWjbti0MDQ1Rv3596YSBSlXwoczZRUlfXx8+Pj6IiYmR3lu6dCnq1asHW1tbmJmZ4ccff0R8fLzGOmrVqgU9PT3p6woVKkhXyGNiYqCvr4969epJ02vWrCn1YACACxcuIC0tDTY2NtL+m5mZ4ebNm4iNjZXmc3Z21jjOdnZ2cHd319hHOzu7XFfns0VHR6NOnTpScf6mPD09NbZnYmKicftBXm2oX7++xi/aBg0a4Pr169IghFFRUQgKCoKTkxPMzc3RpEkTAJCOdXR0ND788EOpOH8T06dPh6WlpfRydHQEwFHcSV7Zt10wZyQn5oyU8L7mzNDQENWrV0e9evUwffp0eHl5adzyaGpqiurVq6N+/fpYtWoV9PX1sWrVqjzXdeXKFfz888+YMmUKIiIi0LhxY9ja2iI4OBjnzp2TPl+/zwRBgL6+/nuXM9J9b12g16hRA4Ig4MqVKwXOl30VMmdRmlNMTIzGlcrswnfLli24fv06IiMj36h7O/DqXp7r16+jSpUqAICVK1ciOjoa0dHR2LdvX5HXIwgCZs6cibS0NNy6dQv//fcf/Pz8ACDf+9aLYtOmTRg5ciR69+6NgwcPIjo6Gj179sTLly815nu9aBQEoVjdxtPS0lChQgVp37NfV69exahRowrcTnG2bWxsXOQ2FSTnNovbhrw8ffoUgYGBsLCwwIYNG3DmzBns3LkTAKRjXRJtHzt2LFJSUqTX7du3AXAgEpLX+zjqMSmPOSMlMGevqNVqjR55RZ0uiiL69u2LefPmwczMDFlZWdKYRdn/Zl+4eJ+p1WrEx8dzFHfSOW/dxd3a2hqBgYFYunQphgwZkus+9MePH8PKygoff/wxrK2tMXfu3Fz37e7evRvXr1/HlClTpPfMzc3x2WefYfXq1YiNjYWLiws+/PDDN2rjunXr8OjRI6mLecWKFd9oPdn09PSkdfzyyy9o0KABbG1tC1zm5MmTUnf9zMxMREVFYdCgQQCAyMhINGzYEAMGDJDmz3lFuyhq1qwprTe7i/vVq1fx+PFjaZ66deviv//+g76+foHd8d+Wp6cnVq5ciYcPH771VfTiev2++JMnT6JGjRrQ09PDlStXkJycjBkzZkhXtc+ePasxv6enJ9atW4eMjIw8r6IbGhoW+kfNyMjojUe0JyIiovfP2LFj0apVKzg5OeHJkyfYuHEjIiIi8Pvvv+Pp06eYNm0aPvnkE1SoUAEPHjzA0qVLcffuXXz22We51rVy5UrY2tpKzz339/dHWFgYTp48if3798Pd3V2jhyUR6ZYSGcV96dKlyMrKgp+fH7Zv347r168jJiYGixYtkrp2m5qa4ocffsCvv/6KPn364OLFi4iLi8OqVasQEhKC//3vfxr3WwOv7js+ceIEli9frnHvcEGePXuG//77D3fu3MHJkycxZswY9OvXD/3790fTpk0LXPbGjRuIjo7Gf//9h/T0dOkKc/bV1QcPHmD58uW4cuUKoqOjMXToUGzduhULFiwo0jHauXMnrly5goEDB+LRo0fSPtWoUQNnz57F77//jmvXrmH8+PE4c+ZMkfY3m6urK1q2bIm+ffvi1KlTiIqKQmhoqMYV4RYtWqBBgwZo3749Dh48iLi4OJw4cQLjxo3LVai+jc6dO8Pe3h7t27dHZGQk/v33X2zfvh1//fVXiW0jP/Hx8Rg+fDiuXr2KX375BYsXL8bQoUMBAE5OTjA0NMTixYvx77//Yvfu3RonhYBXYwWkpqaiU6dOOHv2LK5fv46ffvoJV69eBfCq+//Fixdx9epVPHjwQGMUfSIiIqI3kZSUhO7du8PV1RXNmzfHmTNn8Pvvv+Ojjz6SLjJkPykpe6DhP//8M9etmomJiZg2bRoWLVokvefn54cRI0agTZs22LJlC9asWaP07hFRMZTIg6erVq2Kc+fOYdq0aRgxYgQSEhJga2uLevXqYdmyZdJ82YN6TZs2DR9++CGeP3+OGjVqYNy4cRg2bFiue0AaNWoEV1dX3LhxA927dy9SW1asWIEVK1bA0NAQNjY2qFevHjZv3owOHToUumxoaKjG48/q1KkDALh586Z0xXndunUYOXIkRFFEgwYNEBERIXVzL8iMGTMwY8YMREdHo3r16ti9e7c08mbfvn1x/vx5fP755xAEAZ07d8aAAQOwf//+Iu1ztjVr1iA0NBRNmjSBnZ0dpk6divHjx0vTBUHAvn37MG7cOPTs2RP379+Hvb09GjduDDs7u2JtqyCGhoY4ePAgRowYgdatWyMzMxPu7u5YunRpiW0jP927d0d6ejr8/Pygp6eHoUOHSoPf2draYu3atfjmm2+waNEi1K1bF3PmzMEnn3wiLW9jY4OjR49i1KhRaNKkCfT09ODt7S0NVvfll18iIiICPj4+SEtLQ3h4OAICAmTfLyIiIiq98ruXHHg1YF5Rn0RkZ2eX56DIEyZMwIQJE960eUSkIEF832/wkVlcXByqVKmC8+fPw9vbW9vNKdUCAgLg7e1dpB4NSkpNTYWlpSUOHz6c56MIiUpKzsEwieTCnJES3tWc1a9fX9tNoGJQq9WFDvRMlJfsz/cpKSmwsLAo0XUzkUQK4bkwkpMoitKLSC7MGSmBOSMliKKIzMxM5ox0Dgt0IqJS4vnz59puAr0HmDNSAnNGchNFEffu3WOBTjqnRO5Bp/w5OzvzB18hERER2m4CERERERHRG+MVdCIiIiIiIiIdwAKdiKiUeBcHVKJ3D3NGSmDOSAnMGekidnEnUgj/CJCcBEGAsbGxtptBpRxzRkpgzkgJKpUKlStX1nYziHLhFXQihXAsApKTKIrIyspizkhWzBkpgTkjJYiiiPT0dOaMdA6voBMpxMfHB1ZWVtpuBpVSarUa8fHxcHJy4jNdSTbMGSmBOSMliKKIxMREODk5sZcj6RT+1iMiIiIiIiLSASzQiYiIiIiIiHQAC3QiolLCwMBA202g9wBzRkpgzkgJzBnpIkHkyAhEskpNTYWlpSVSUlJgYWGh7eYQEREREdFbkPPzPa+gEymE58JITqIo4smTJ8wZyYo5IyUwZ6QE5ox0FQt0IoXwDwDJSRRFJCcnM2ckK+aMlMCckRKYM9JVLNCJiIiIiIiIdAALdCIiIiIiIiIdwAKdiKiUMDY21nYT6D3AnJESmDNSAnNGukhf2w0gel+oVDwfRvJRqVSws7PTdjOolGPOSAnMGSmBOSNdxYqBSCEchITkJIoiHj9+zJyRrJgzUgJzRkpgzkhXsUAnUgj/AJCc+EGDlMCckRKYM1ICc0a6igU6ERERERERkQ5ggU5ERERERESkA1igExGVEmZmZtpuAr0HmDNSAnNGSmDOSBdxFHcihXAUd5KTSqVCuXLltN0MKuWYM1ICc0ZKYM5IV7FiIFKIWq3WdhOoFFOr1Xjw4AFzRrJizkgJzBkpgTkjXcUCnYiolEhLS9N2E+g9wJyREpgzUgJzRrqIXdyJFFJn8kGIhqbabgaVUnqCCD9bEafv/40sUdB2c0jHxc1oo+0mEBERUR54BZ2IiIiIiIhIB7BAJ1KIWtR2C6g0U4vA7acCc0ayEgQBVlZWEAT20iD5MGekBOaMdBW7uBMpRIQA/gkguYgQcOeptltBpV32B1oiOTFnpATmjHQVr6ATKUQFXtok+aggwt1KzZyRrNRqNRITEznqMcmKOSMlMGekq1igEymEPahIToIAWBoyZyS/9PR0bTeB3gPMGSmBOSNdxAKdiIiIiIiISAewQCciIqJCHTt2DJ988gk++OAD6OnpYdeuXRrTExMTERISAgcHB5iYmKBly5a4fv26xjzDhw+HtbU1HB0dsWHDBo1pW7duRVBQkNy7QUREpNNYoL+nIiIiIAgCHj9+/EbLr127tkQG1hAEQfqQFxcXB0EQEB0d/dbr1UUcXZvkpBaB2FSO4k7yefr0Kby8vDB//vxc00RRRPv27fHvv//i119/xfnz51G5cmW0aNECT5++Gr1wz5492LhxIw4ePIhZs2YhNDQUDx48AACkpKRg3LhxWLp0qaL7RLpJEATY2NhwdG2SFXNGuooFuhaEhISgffv22m4GKUzkGO4kIxECkp4LzBnJplWrVpg2bRq6dOmSa9r169dx8uRJLFu2DL6+vnB1dcWyZcuQnp6OX375BQAQExODgIAA+Pj4oHPnzrCwsMDNmzcBAKNHj0b//v3h5OSk6D6RbhIEAebm5iycSFbMGekqFuhEClEJvLRJ8lEJIryt1cwZyUqtVuPu3bu53n/x4gUAoEyZMtJ7KpUKRkZGOH78OADAy8sLZ8+exaNHjxAVFYX09HRUr14dx48fx7lz5zBkyBBldoJ0XnbOOLo2yYk5I13FAl0H/f3332jVqhXMzMxgZ2eHbt26Sd0AAeDJkyfo2rUrTE1NUaFCBcyfPx8BAQEYNmyYNM9PP/0EHx8fmJubw97eHl26dEFSUlKx2vH48WP07dsXdnZ2KFOmDGrXro29e/dqzPP777/Dzc0NZmZmaNmyJRISEqRpZ86cwUcffYRy5crB0tISTZo0wblz50r0WAQEBGDIkCEYPXo0rK2tYW9vj7CwMI11XLlyBY0aNUKZMmXg7u6Ow4cPa3StB4Dbt28jODgYVlZWsLa2Rrt27RAXFydNj4iIgJ+fH0xNTWFlZQV/f3/cunWrWPvC87MkJwGAsT5zRvLLyMjI9V7NmjXh5OSEsWPH4tGjR3j58iVmzpyJO3fuSH8XAgMD8cUXX8DX1xchISFYt24dTE1N0b9/fyxfvhzLli2Dq6sr/P39cfnyZaV3i3RMXjkjKmnMGekiFug65vHjx2jWrBnq1KmDs2fP4sCBA0hMTERwcLA0z/DhwxEZGYndu3fj0KFD+PPPP3MVvhkZGZgyZQouXLiAXbt2IS4uDiEhIUVuh1qtRqtWrRAZGYmff/4Z//zzD2bMmAE9PT1pnmfPnmHOnDn46aefcOzYMcTHx2PkyJHS9CdPnqBHjx44fvw4Tp48iRo1aqB169Z48uRJiR0LANKHvFOnTmHWrFmYPHkyDh06BADIyspC+/btYWJiglOnTuHHH3/EuHHjch2rwMBAmJub488//0RkZKR0wuHly5fIzMxE+/bt0aRJE1y8eBF//fUX+vTpk2+XqBcvXiA1NVXjRURUmhkYGGDHjh24du0arK2tYWJigvDwcLRq1Qoq1f991AgLC8ONGzdw6dIldOjQAdOnT0eLFi1gYGCAqVOn4vjx4wgNDUX37t21uDdERETao6/tBpCmJUuWoE6dOvjuu++k91avXg1HR0dcu3YNFSpUwLp167Bx40Y0b94cALBmzRo4ODhorKdXr17S/6tWrYpFixbB19cXaWlpMDMzK7Qdhw8fxunTpxETEwMXFxdpPTllZGRg+fLlqFatGgBg0KBBmDx5sjS9WbNmGvP/+OOPsLKywh9//IG2bdu+9bHIbpenpycmTpwIAKhRowaWLFmCI0eO4KOPPsKhQ4cQGxuLiIgI2NvbAwCmTZuGjz76SFrn5s2boVarsXLlSqnoXrNmDaysrBAREQEfHx+kpKSgbdu20r66ubnl2+7p06dj0qRJhe4fEVFpUq9ePURHRyMlJQUvX76Era0tPvjgA/j4+OQ5/5UrV/Dzzz/j/PnzWL16NRo3bgxbW1sEBwejV69eePLkCczNzRXeCyIiIu3iFXQdc+HCBYSHh8PMzEx61axZEwAQGxuLf//9FxkZGfDz85OWsbS0hKurq8Z6oqKiEBQUBCcnJ5ibm6NJkyYAgPj4+CK1Izo6GpUqVZKK4LyYmJhIBSsAVKhQQaMbfWJiIr788kvUqFEDlpaWsLCwQFpaWpHbUNixyObp6amxXM52XL16FY6OjlJxDkDj2GVv58aNGzA3N5e2Y21tjefPnyM2NhbW1tYICQlBYGAggoKCsHDhQo2u/K8bO3YsUlJSpNft27cBcBR3kpdaBP55zFHcSV6CIMDOzq7AeSwtLWFra4vr16/j7NmzaNeuXa55RFFE3759MW/ePJiZmSErK0vqapr9b1ZWVsnvAL0TsnPGwbtITswZ6SpeQdcxaWlpCAoKwsyZM3NNq1ChAm7cuFHoOp4+fYrAwEAEBgZiw4YNsLW1RXx8PAIDA/Hy5csitcPY2LjQeQwMDDS+FgQBovh/1UGPHj2QnJyMhQsXonLlyjAyMkKDBg2K3IbCjkVB7SjOgB9paWmoV69ermfyAoCtrS2AV1fUhwwZggMHDmDz5s349ttvcejQIdSvXz/XMkZGRjAyMsr1vgiB9weTbEQISCnajxbRG0lLS9P4G3Tz5k1ER0fD2toaTk5O2Lp1K2xtbeHk5IRLly5h6NChaN++PT7++ONc61q5ciVsbW2l5577+/sjLCwMJ0+exP79++Hu7l4ij/Kkd5MgCEX6HEL0Npgz0lUs0HVM3bp1sX37djg7O0NfP/e3p2rVqjAwMMCZM2ekx9GkpKTg2rVraNy4MYBX3QaTk5MxY8YMODo6AgDOnj1brHZ4enrizp07Gl3JiysyMhLff/89WrduDeDVQGw5B3grTGHHoihcXV1x+/ZtJCYmSld9zpw5k2s7mzdvRvny5WFhYZHvuurUqYM6depg7NixaNCgATZu3JhngZ4fPUEEL26SXPQEET7lRJx9ICBL5KkgKnlnz55F06ZNpa+HDx8O4NXJ2LVr1yIhIQHDhw9HYmIiKlSogO7du2P8+PG51pOYmIhp06bhxIkT0nt+fn4YMWIE2rRpg/Lly2PdunXy7xDpLLVajdu3b8PR0VFjDAOiksScka5iGrUkJSUF0dHRGq/bt29j4MCBePjwITp37owzZ84gNjYWv//+O3r27ImsrCyYm5ujR48eGDVqFMLDw3H58mX07t0bKpVK6qLj5OQEQ0NDLF68GP/++y92796NKVOmFKt9TZo0QePGjdGxY0ccOnQIN2/exP79+3HgwIEir6NGjRr46aefEBMTg1OnTqFr167FOlNZ2LEoio8++gjVqlVDjx49cPHiRURGRuLbb78FAOl4de3aFeXKlUO7du3w559/4ubNm4iIiMCQIUNw584d3Lx5E2PHjsVff/2FW7du4eDBg7h+/XqB96ETaYOKdTnJKCAgAFlZWbh58yaysrIgiiJEUcTatWsBAEOGDMHt27fx8uVL3Lp1C1OmTIGhoWGu9djZ2SEuLi7X2CkTJkxAcnIyYmJict2KRO+fnD3yiOTCnJEuYoGuJREREdIV2ezXpEmT4ODggMjISGRlZeHjjz+Gh4cHhg0bBisrK+ns3rx589CgQQO0bdsWLVq0gL+/P9zc3KTnz9ra2mLt2rXYunUr3N3dMWPGDMyZM6fYbdy+fTt8fX3RuXNnuLu7Y/To0cW6J3DVqlV49OgR6tati27dumHIkCEoX758kZcvyrEojJ6eHnbt2oW0tDT4+voiNDRUGsU9+3iZmJjg2LFjcHJywqeffgo3Nzf07t0bz58/h4WFBUxMTHDlyhV07NgRLi4u6NOnDwYOHIi+ffsWeV+IiIiIiIgKI4g8dfTOe/r0KSpWrIi5c+eid+/e2m6OzouMjESjRo1w48YNjUHu5JKamgpLS0s4f7UZoqGp7Nuj95OeIMLPVsTp++ziToWLm9HmjZZTq9WIj4+Hk5MTu4SSbJgzUgJzRm8j+/N9SkpKgbfIvgneg/4OOn/+PK5cuQI/Pz+kpKRIjzbLa6RcAnbu3AkzMzPUqFEDN27cwNChQ+Hv769IcZ5TlsguKySfLBGIThaQxVOuJCNBEODg4MBRj0lWzBkpgTkjXcUC/R01Z84cXL16FYaGhqhXrx7+/PNPlCtXTtvN0klPnjzBmDFjEB8fj3LlyqFFixaYO3euFlrCPwAkJwEv1SKYM5KTIAjQ19fnB1qSFXNGSmDOSFexizuRzNjFnZTALu5UHOziTrqMOSMlMGf0NuTs4s40EhEREREREekAFuhEREREREREOoAFOhEREREREZEOYIFOpBDeF0xyyhIF3n9OslOpVLxfk2THnJESmDPSVRzFnUghl8I+hqWlpbabQaWUKIrIyMiAgYEBR6Ql2YiiiMzMTOaMZMWckRKYM9JVPGVEpBA+MIHkJIoi7t27x5yRrJgzUgJzRkpgzkhXsUAnIiIiIiIi0gEs0ImIiIiIiIh0AAt0IqJSgvfQkRKYM1ICc0ZKYM5IFwkib7wgklVqaiosLS2RkpICCwsLbTeHiIiIiIjegpyf73kFnUghPBdGchJFEenp6cwZyYo5IyUwZ6QE5ox0FQt0IoXwDwDJSRRFJCYmMmckK+aMlMCckRKYM9JVLNCJiIiIiIiIdAALdCIiIiIiIiIdwAKdiKiUMDAw0HYT6D3AnJESmDNSAnNGuoijuBPJjKO4ExERERGVHhzFnagU4LkwkpMoinjy5AlzRrJizkgJzBkpgTkjXcUCnUgh/ANAchJFEcnJycwZyYo5IyUwZ6QE5ox0FQt0IiIiIiIiIh3AAp2IiIiIiIhIB7BAJyIqJYyNjbXdBHoPMGekBOaMlMCckS7S13YDiN4XKhXPh5F8VCoV7OzstN0MKuWYM1ICc0ZKYM5IV7FAJ1LI6dOnYWZmpu1mUCkliiIyMzOhr68PQRC03Zz3Qv369bXdBMWJooiUlBRYWloyZyQb5oyUwJyRruIlPSKiUiIjI0PbTaBSThRFPH78mKMek6yYM1ICc0a6igU6ERERERERkQ5ggU5ERERERESkA1igExGVEvr6HFaE5MexNEgJzBkpgTkjXcRPc0QK4QAkJCdBEGBoaKjtZlApp1KpUK5cOW03g0o55oyUwJyRruIVdCKFcBASkpMoinj58iVzRrJSq9V48OAB1Gq1tptCpRhzRkpgzkhXsUAnIiolMjMztd0EKoJjx44hKCgIDg4OEAQBu3btyjVPTEwMPvnkE1haWsLU1BS+vr6Ij4+Xpg8fPhzW1tZwdHTEhg0bNJbdunUrgoKCZGt/WlqabOsmysackRKYM9JFLNALEBAQgGHDhpXoOkVRRJ8+fWBtbQ1BEBAdHZ1rnrVr18LKyqpEt/u6kJAQtG/fXtZtvCucnZ2xYMGCIs8fFhYGb29v2dpDRKXb06dP4eXlhaVLl+Y5PTY2Fo0aNULNmjURERGBixcvYvz48ShTpgwAYM+ePdi4cSMOHjyIWbNmITQ0FA8ePAAApKSkYNy4cfmum4iIiHTbO30PekhICB4/fpzn1QdddeDAAaxduxYRERGoWrWq1u59WbhwIbvCEhFpQatWrdCqVat8p48bNw6tW7fGrFmzpPeqVasm/T8mJgYBAQHw8fGBj48Phg0bhps3b6JcuXIYPXo0+vfvDycnJ1n3gYiIiOTBK+gKi42NRYUKFdCwYUPY29trbdRlS0tL2a/SE5GyDAwMtN0EektqtRq//fYbXFxcEBgYiPLly+ODDz7QOBHt5eWFs2fP4tGjR4iKikJ6ejqqV6+O48eP49y5cxgyZIhs7RMEAVZWVhz0kmTFnJESmDPSVaW6QJ83bx48PDxgamoKR0dHDBgwINe9JpGRkQgICICJiQnKli2LwMBAPHr0KM/1/fbbb7C0tMx1v19Of/zxB/z8/GBkZIQKFSrg66+/lu4LDQkJweDBgxEfHw9BEODs7Fxg+3ft2oUaNWqgTJkyCAwMxO3bt6VpeXVRHzZsGAICAqSvt23bBg8PDxgbG8PGxgYtWrTA06dP81w+ICAAQ4YMwejRo2FtbQ17e3uEhYVprP/x48cIDQ2Fra0tLCws0KxZM1y4cEGafuHCBTRt2hTm5uawsLBAvXr1cPbsWQDArVu3EBQUhLJly8LU1BS1atXCvn378t13Z2dnTJ06Fd27d4eZmRkqV66M3bt34/79+2jXrh3MzMzg6ekprT/b9u3bUatWLRgZGcHZ2Rlz587VmJ6UlISgoCAYGxujSpUqeX4vC9vPN8U/ACQnQRBgYGDAnL3jkpKSkJaWhhkzZqBly5Y4ePAgOnTogE8//RR//PEHACAwMBBffPEFfH19ERISgnXr1sHU1BT9+/fH8uXLsWzZMri6usLf3x+XL18u0fbxAy0pgTkjJTBnpKtKdYGuUqmwaNEiXL58GevWrcPRo0cxevRoaXp0dDSaN28Od3d3/PXXXzh+/DiCgoKQlZWVa10bN25E586dsWHDBnTt2jXP7d29exetW7eGr68vLly4gGXLlmHVqlWYOnUqgFfdyidPnoxKlSohISEBZ86cybftz549w7Rp07B+/XpERkbi8ePH6NSpU5H3PSEhAZ07d0avXr0QExODiIgIfPrppwV2a8/+kHfq1CnMmjULkydPxqFDh6Tpn332GZKSkrB//35ERUWhbt26aN68OR4+fAgA6Nq1KypVqoQzZ84gKioKX3/9tXRFb+DAgXjx4gWOHTuGS5cuYebMmYU+e3L+/Pnw9/fH+fPn0aZNG3Tr1g3du3fHF198gXPnzqFatWro3r27tE9RUVEIDg5Gp06dcOnSJYSFhWH8+PFYu3attM6QkBDcvn0b4eHh2LZtG77//nskJSVpbLew/SzMixcvkJqaqvECOIo7yUsURbx48YI5e8dljybcrl07fPXVV/D29sbXX3+Ntm3bYvny5dJ8YWFhuHHjBi5duoQOHTpg+vTpaNGiBQwMDDB16lQcP34coaGh6N69e4m3LzExkaMek6yYM1ICc0a66p2+B70wOQd4y74i269fP3z//fcAgFmzZsHHx0f6GgBq1aqVaz1Lly7FuHHjsGfPHjRp0iTf7X3//fdwdHTEkiVLIAgCatasiXv37mHMmDGYMGECLC0tYW5uDj09Pdjb2xfY9oyMDCxZsgQffPABgFfFs5ubG06fPg0/P79C9z0hIQGZmZn49NNPUblyZQCAh4dHgct4enpi4sSJAIAaNWpgyZIlOHLkCD766CMcP34cp0+fRlJSEoyMjAAAc+bMwa5du7Bt2zb06dMH8fHxGDVqFGrWrCmtI1t8fDw6duwotaFq1aqF7kPr1q3Rt29fAMCECROwbNky+Pr64rPPPgMAjBkzBg0aNEBiYiLs7e0xb948NG/eHOPHjwcAuLi44J9//sHs2bMREhKCa9euYf/+/Th9+jR8fX0BAKtWrYKbm5u0zaLsZ2GmT5+OSZMmFTofUUnL6+QivVvKlSsHfX19uLu7a7zv5uaG48eP57nMlStX8PPPP+P8+fNYvXo1GjduDFtbWwQHB6NXr1548uQJzM3NS6yN6enpJbYuovwwZ6QE5ox0Uam+gn748GE0b94cFStWhLm5Obp164bk5GQ8e/YMwP9dQS/Itm3b8NVXX+HQoUMFFufAq4F7GjRooNFVxt/fH2lpabhz506x2q6vry8VkQBQs2ZNWFlZISYmpkjLe3l5oXnz5vDw8MBnn32GFStW5Nt1P5unp6fG1xUqVJCuLl+4cAFpaWmwsbGBmZmZ9Lp58yZiY2MBvHrsT2hoKFq0aIEZM2ZI7wPAkCFDMHXqVPj7+2PixIm4ePFiofuQsz12dnYANE8yZL+X3caYmBj4+/trrMPf3x/Xr19HVlYWYmJioK+vj3r16knTs49rtqLsZ2HGjh2LlJQU6ZXz1gQiooIYGhrC19cXV69e1Xj/2rVr0snWnERRRN++fTFv3jyYmZkhKysLGRkZACD9yxM3RERE745SW6DHxcWhbdu28PT0xPbt2xEVFSU9dubly5cAAGNj40LXU6dOHdja2mL16tU61XVUpVLlak/2hzEA0NPTw6FDh7B//364u7tj8eLFcHV1xc2bN/Nd5+sDTAmCIHX7SUtLQ4UKFRAdHa3xunr1KkaNGgXgVZfLy5cvo02bNjh69Cjc3d2xc+dOAEBoaCj+/fdfdOvWDZcuXYKPjw8WL15c4D7mbE/2SY+83ivJrklF2c/CGBkZwcLCQuNFRJQtLS1N+t0CADdv3kR0dLT0nPNRo0Zh8+bNWLFiBW7cuIElS5Zgz549GDBgQK51rVy5Era2ttJzz/39/XH06FGcPHkS8+fPh7u7OwcEJSIieoeU2gI9KioKarUac+fORf369eHi4oJ79+5pzOPp6YkjR44UuJ5q1aohPDwcv/76KwYPHlzgvG5ubvjrr780CufIyEiYm5ujUqVKxWp/ZmamxgBoV69exePHj6Xu2La2tkhISNBY5vVnqguCAH9/f0yaNAnnz5+HoaGhVDAXV926dfHff/9BX18f1atX13jlfFSci4sLvvrqKxw8eBCffvop1qxZI01zdHREv379sGPHDowYMQIrVqx4o7bkx83NDZGRkRrvRUZGwsXFBXp6eqhZsyYyMzMRFRUlTc8+rsXdTyJdZGhoqO0mUBGcPXsWderUQZ06dQC86n1Up04dTJgwAQDQoUMHLF++HLNmzYKHhwdWrlyJ7du3o1GjRhrrSUxMxLRp07Bo0SLpPT8/P4wYMQJt2rTBli1bNH4HlwRBEGBjY8NBlUhWzBkpgTkjXfXO34OekpKSqzC1sbFB9erVkZGRgcWLFyMoKAiRkZEaA+wAr7oie3h4YMCAAejXrx8MDQ0RHh6Ozz77LFfRGR4ejoCAAOjr62PBggV5tmXAgAFYsGABBg8ejEGDBuHq1auYOHEihg8fDpWqeOdCDAwMMHjwYCxatAj6+voYNGgQ6tevL91/3qxZM8yePRvr169HgwYN8PPPP+Pvv/+WPvCdOnUKR44cwccff4zy5cvj1KlTuH//vsb91sXRokULNGjQAO3bt8esWbOkEx6//fYbOnTogFq1amHUqFH43//+hypVquDOnTs4c+YMOnbsCODVeACtWrWCi4sLHj16hPDw8DduS35GjBgBX19fTJkyBZ9//jn++usvLFmyRBpjwNXVFS1btkTfvn2xbNky6OvrY9iwYRo9KQrbTx8fnzduH/8AkJwEQdDaYxupeAICAgrtkdWrVy/06tWrwHns7OwQFxeX6/0JEyZIxX5JEwShRO9nJ8oLc0ZKYM5IV73zV9AjIiKkKxHZr0mTJsHLywvz5s3DzJkzUbt2bWzYsAHTp0/XWNbFxQUHDx7EhQsX4OfnhwYNGuDXX3/N80Ouq6srjh49il9++QUjRozIsy0VK1bEvn37cPr0aXh5eaFfv37o3bs3vv3222Lvl4mJCcaMGYMuXbrA398fZmZm2Lx5szQ9MDAQ48ePx+jRo+Hr64snT55ojNZrYWGBY8eOoXXr1nBxccG3336LuXPnolWrVsVuC/Dql9i+ffvQuHFj9OzZEy4uLujUqRNu3boFOzs76OnpITk5Gd27d4eLiwuCg4PRqlUrabC0rKwsDBw4EG5ubmjZsiVcXFw0BucrCXXr1sWWLVuwadMm1K5dGxMmTMDkyZMREhIizbNmzRo4ODigSZMm+PTTT9GnTx+UL1++yPv5NnTpFgkqfURRxPPnz5kzkpVarcbdu3c56jHJijkjJTBnpKsEkZ/miGSVmpoKS0tLHDp0qNBHyxG9KVEUkZ6eDmNjY/bWUEj9+vW13QTFqdVqxMfHw8nJqdg9w4iKijkjJTBn9DayP9+npKSU+HhTTCMRERERERGRDmCBTkRERERERKQDWKATEZUSRkZG2m4ClXKCIMDOzo63UZCsmDNSAnNGuopD/hIphH8ASE6CIEBPT0/bzaBSThAEjSdfEMmBOSMlMGekq3gFnUghHI+R5JQ9SBxzRnJSq9W4desWRz0mWTFnpATmjHQVC3QiolKCxTkpgTkjJTBnpATmjHQRC3QiIiIiIiIiHcB70IkU4uPjAysrK203g0opPs+ViIiI6N3HT3FECuEgcSQnQRDg4ODAnJGsmDNSAnNGSmDOSFexQCdSCP8AkJwEQYC+vj5zRrJizkgJzBkpgTkjXcUCnUghHCWU5JTdxZ05IzkxZ6QE5oyUwJyRrmKBTkRERERERKQDWKATERERERER6QAW6EREREREREQ6QBBFUdR2I4hKs9TUVFhaWiIlJQUWFhbabg6VYmq1mo9YI9kxZ6QE5oyUwJzRm5Lz8z0TSaQQngsjOYmiiMzMTOaMZMWckRKYM1ICc0a6igU6kUL4B4DkJIoi7t27x5yRrJgzUgJzRkpgzkhXsUAnIiIiIiIi0gEs0ImIiIiIiIh0AAt0IqJSQhAEbTeB3gPMGSmBOSMlMGekiziKO5HMOIo7EREREVHpwVHciUoBngsjOYmiiPT0dOaMZMWckRKYM1ICc0a6igU6kUL4B4DkJIoiEhMTmTOSFXNGSmDOSAnMGekqFuhEREREREREOoAFOhEREREREZEO0Nd2A4jeF96TDwKGptpuBpVSKkGEZ1kRFx/9DbX4/oxKGzejjbab8N4xMDDQdhPoPcCckRKYM9JFLNCJFKIWBXZZIdmoRQHRD9+fwpy0Q6VSoWLFitpuBpVyzBkpgTkjXcV6gUghAjgICclHgIjyZUTmjGQliiKePHnCQZVIVswZKYE5I13FAp1IISpe3CQZqQSgmoXInJGsRFFEcnIyP9CSrJgzUgJzRrqKBToRERERERGRDmCBTkRERERERKQDWKATKYQ9qEhOogikvGTOSH7GxsbabgK9B5gzUgJzRrqIo7gTKUQNjuJO8lFDwD+PeQM6yUulUsHOzk7bzaBSjjkjJTBnpKtYL5QCcXFxEAQB0dHR2m6KTgkICMCwYcO03QwJR9cmOQkQUcmUo7gX1bFjxxAUFAQHBwcIgoBdu3blO2+/fv0gCAIWLFig8f7w4cNhbW0NR0dHbNiwQWPa1q1bERQUJEPLtUsURTx+/JiDKpGsmDNSAnNGuuq9KdBDQkIgCEKuV8uWLbXdtLfm6OiIhIQE1K5dW9tNkYWzs3OuD8ZFsWPHDkyZMqXI88t9ooOja5OcVALgaMpR3Ivq6dOn8PLywtKlSwucb+fOnTh58iQcHBw03t+zZw82btyIgwcPYtasWQgNDcWDBw8AACkpKRg3blyh634X8QMtKYE5IyUwZ6Sr3qsu7i1btsSaNWs03jMyMtJSa0qOnp4e7O3ttd2MEvfy5UsYGhq+8fLW1tYl2BoiKk1atWqFVq1aFTjP3bt3MXjwYPz+++9o06aNxrSYmBgEBATAx8cHPj4+GDZsGG7evIly5cph9OjR6N+/P5ycnOTcBSIiIiqF3psr6MCrYtze3l7jVbZsWWn648eP0bdvX9jZ2aFMmTKoXbs29u7dK03fvn07atWqBSMjIzg7O2Pu3Lka63d2dsZ3332HXr16wdzcHE5OTvjxxx815rl06RKaNWsGY2Nj2NjYoE+fPkhLS5Omh4SEoH379vjuu+9gZ2cHKysrTJ48GZmZmRg1ahSsra1RqVIljRMNeV35vXz5Mtq2bQsLCwuYm5vjww8/RGxsbJ7HZe3atbCystJ4b9euXRCE/7sUFxYWBm9vb/z0009wdnaGpaUlOnXqhCdPnkjzqNVqzJo1C9WrV4eRkRGcnJwwbdo0afrt27cRHBwMKysrWFtbo127doiLi8u179OmTYODgwNcXV0REBCAW7du4auvvpJ6PQBAcnIyOnfujIoVK8LExAQeHh745ZdfNPbh9S7uhX1/qlSpAgCoU6cOBEFAQEAAjh07BgMDA/z3338a6x42bBg+/PDDPI8nEb371Go1unXrhlGjRqFWrVq5pnt5eeHs2bN49OgRoqKikJ6ejurVq+P48eM4d+4chgwZooVWExER0bvuvSrQC6JWq9GqVStERkbi559/xj///IMZM2ZAT08PABAVFYXg4GB06tQJly5dQlhYGMaPH4+1a9dqrGfu3Lnw8fHB+fPnMWDAAPTv3x9Xr14F8KpLZWBgIMqWLYszZ85g69atOHz4MAYNGqSxjqNHj+LevXs4duwY5s2bh4kTJ6Jt27YoW7YsTp06hX79+qFv3764c+dOnvty9+5dNG7cGEZGRjh69CiioqLQq1cvZGZmvtUxio2Nxa5du7B3717s3bsXf/zxB2bMmCFNHzt2LGbMmIHx48fjn3/+wcaNG6XBNzIyMhAYGAhzc3P8+eefiIyMhJmZGVq2bImXL19K6zhy5AiuXr2KQ4cOYe/evdixYwcqVaqEyZMnIyEhAQkJCQCA58+fo169evjtt9/w999/o0+fPujWrRtOnz5d4D4U9P3JXvbw4cNISEjAjh070LhxY1StWhU//fSTtI6MjAxs2LABvXr1KtbxYw8qkpMoAknpAnNWQmbOnAl9ff18C+3AwEB88cUX8PX1RUhICNatWwdTU1P0798fy5cvx7Jly+Dq6gp/f39cvnxZ4dbLy8zMTNtNoPcAc0ZKYM5IF71XXdz37t2b6wfxm2++wTfffIPDhw/j9OnTiImJgYuLCwCgatWq0nzz5s1D8+bNMX78eACAi4sL/vnnH8yePRshISHSfK1bt8aAAQMAAGPGjMH8+fMRHh4OV1dXbNy4Ec+fP8f69ethamoKAFiyZAmCgoIwc+ZMqZi1trbGokWLoFKp4OrqilmzZuHZs2f45ptvAPxfIXz8+HF06tQp134uXboUlpaW2LRpEwwMDKT2vi21Wo21a9fC3NwcANCtWzccOXIE06ZNw5MnT7Bw4UIsWbIEPXr0AABUq1YNjRo1AgBs3rwZarUaK1eulK6Cr1mzBlZWVoiIiMDHH38MADA1NcXKlSs1urbr6enB3Nxcoxt/xYoVMXLkSOnr7G6oW7ZsgZ+fX777UND3x9bWFgBgY2Ojsa3evXtjzZo1GDVqFIBX954+f/4cwcHBeW7jxYsXePHihfR1amrqq+PHUdxJRmoIiH1S+HxUuKioKCxcuBDnzp3T6En0urCwMISFhUlfT5o0CS1atICBgQGmTp2KS5cuYe/evejevTuioqIUaLn8VCoVypUrp+1mUCnHnJESmDPSVe9VvdC0aVNER0drvPr16wcAiI6ORqVKlfItZGNiYuDv76/xnr+/P65fv46srCzpPU9PT+n/giDA3t4eSUlJ0jq8vLyk4jx7HWq1WrqKCwC1atWCSvV/3xo7Ozt4eHhIX+vp6cHGxkZa7+uio6Px4YcfSsV5SXF2dpaKcwCoUKGCxr69ePECzZs3z3PZCxcu4MaNGzA3N4eZmRnMzMxgbW2N58+fa3S99/DwKNJ951lZWZgyZQo8PDxgbW0NMzMz/P7774iPjy9wuYK+P/kJCQnBjRs3cPLkSQCvbgkIDg7W+D7mNH36dFhaWkovR0dHAICKo2uTjFQQUc1cZM5KwJ9//omkpCQ4OTlBX18f+vr6uHXrFkaMGAFnZ+c8l7ly5Qp+/vlnTJkyBREREWjcuDFsbW0RHByMc+fOadwO9C5Tq9V48OAB1Gq1tptCpRhzRkpgzkhXvVdX0E1NTVG9evU8pxkbG5fINl4vigVBKPYPfl7rKM56i7svKpUq1wiWGRkZRWpXdhsK22ZaWhrq1auX61FEAKQr1wDyLXpfN3v2bCxcuBALFiyAh4cHTE1NMWzYMI3u8nl5k+9P+fLlERQUhDVr1qBKlSrYv38/IiIi8p1/7NixGD58uPR1amoqHB0dIQhg6USyEQSgvLGIuDQG7W1169YNLVq00HgvMDAQ3bp1Q8+ePXPNL4oi+vbti3nz5sHMzAxZWVnS79Dsf3OeyH3XpaWlcRBOkh1zRkpgzkgXvVcFekE8PT1x584dXLt2Lc+r6G5uboiMjNR4LzIyEi4uLtJ96oVxc3PD2rVr8fTpU6kQjYyMlLqylxRPT0+sW7cOGRkZRbqKbmtriydPnmi0q7iPGqtRowaMjY1x5MgRhIaG5ppet25dbN68GeXLl4eFhUWx1m1oaJjrw21kZCTatWuHL774AsCrs6DXrl2Du7t7sdb9+naAvD9Ih4aGonPnzqhUqRKqVauWqzdFTkZGRqXi6QBEpVlaWhpu3LghfX3z5k1ER0fD2toaTk5OsLGx0ZjfwMAA9vb2ef6uXrlyJWxtbaXnnvv7+yMsLAwnT57E/v374e7unmsgTiIiIqK8vFdd3F+8eIH//vtP45X93NomTZqgcePG6NixIw4dOoSbN29i//79OHDgAABgxIgROHLkCKZMmYJr165h3bp1WLJkicZ90IXp2rUrypQpgx49euDvv/9GeHg4Bg8ejG7dukn3n5eEQYMGITU1FZ06dcLZs2dx/fp1/PTTTxrd6HP64IMPYGJigm+++QaxsbHYuHFjrsHvClOmTBmMGTMGo0ePxvr16xEbG4uTJ09i1apVAF7te7ly5dCuXTv8+eefuHnzJiIiIjBkyJB8B7vL5uzsjGPHjuHu3bvS96tGjRo4dOgQTpw4gZiYGPTt2xeJiYnFavPrypcvD2NjYxw4cACJiYlISUmRpgUGBsLCwgJTp07N8woaEb1bzp49izp16qBOnToAgOHDh6NOnTqYMGFCsdaTmJiIadOmYdGiRdJ7fn5+GDFiBNq0aYMtW7bkerwnERERUX7eqwL9wIEDqFChgsYrexAz4NVj1Hx9fdG5c2e4u7tj9OjR0tXUunXrYsuWLdi0aRNq166NCRMmYPLkyRoDxBXGxMQEv//+Ox4+fAhfX1/873//Q/PmzbFkyZIS3U8bGxscPXoUaWlpaNKkCerVq4cVK1bkezXd2toaP//8M/bt2yc9riznwEdFNX78eIwYMQITJkyAm5sbPv/8c+n+bhMTExw7dgxOTk749NNP4ebmht69e+P58+eFXlGfPHky4uLiUK1aNak7/Lfffou6desiMDAQAQEBsLe3R/v27Yvd5pz09fWxaNEi/PDDD3BwcEC7du2kaSqVCiEhIcjKykL37t3faP1qdjsmGalF4PZTgTkrooCAAIiimOuV38nJuLg4jcc2ZrOzs0NcXBwcHBw03p8wYQKSk5MRExNT4MCV7xpBEGBlZVXg4HlEb4s5IyUwZ6SrBPH1m4+JKE+9e/fG/fv3sXv37mItl5qa+mqwuGFboDIykal1RO+nuBlttN0EIiIies9kf75PSUkp9u27hXmvrqATvYmUlBQcP34cGzduxODBg994PRxdm+Skggh3KzVzRrJSq9VITEzkqMckK+aMlMCcka7iIHFEhWjXrh1Onz6Nfv364aOPPnrj9XAUd5KTIACWhq/+ZdBITunp6dpuAr0HmDNSAnNGuogFOlEhCnqkGhERERERUUlhF3ciIiIiIiIiHcACnUghHF2b5KQWgdhUjuJO8hIEATY2Nhz1mGTFnJESmDPSVeziTqQQEQL4J4DkIkJA0nNtt4JKO0EQYG5uru1mUCnHnJESmDPSVbyCTqQQlcBLmyQflSDC21rNnJGs1Go17t69y1GPSVbMGSmBOSNdxSvoRAqJnvAxrKystN0MKqXUajXi4+Ph5OQElYrnXkk+GRkZ2m4CvQeYM1ICc0a6iJ/iiIiIiIiIiHQAC3QiIiIiIiIiHcACnUghHCWU5CQIAuzs7JgzkhVzRkpgzkgJzBnpKt6DTqQQ/gEgOQmCAGNjY203g0o55oyUwJyREpgz0lW8gk6kEI4SSnJSq9W4desWc0ayYs5ICcwZKYE5I13FAp2IqJQQRT5ijeTHnJESmDNSAnNGuogFOhEREREREZEOYIFOREREREREpANYoBMphIPEkZwEQYCDgwNzRrJizkgJzBkpgTkjXcUCnUgh/ANAchIEAfr6+swZyYo5IyUwZ6QE5ox0FQt0IoVwlFCSk1qtRnx8PHNGsmLOSAnMGSmBOSNdxQKdiIiIiIiISAewQCciIiIiIiLSASzQiYiIiIiIiHSAIIqiqO1GEJVmqampsLS0REpKCiwsLLTdHCrF1Go1VCqedyV5MWekBOaMlMCc0ZuS8/M9E0mkEJ4LIzmJoojMzEzmjGTFnJESmDNSAnNGuooFOpFC+AeA5CSKIu7du8eckayYM1ICc0ZKYM5IV+lruwFE74s6kw9CNDTVdjOolNITRPjZijh9/29kico/0zVuRhvFt0lERERU2vAKOhEREREREZEOYIFORFRKqNlLjxQgCMr30KD3D3NGSmDOSBexizuRQrJEgWfESDZZooBT9/lBg+SlUqlQuXJlbTeDSjnmjJTAnJGuYr1ApBABvLxJ8hEgwtJQZM5IVqIoIj09nYMqkayYM1ICc0a6igU6kUJUvLhJMlIJgLuVyJyRrERRRGJiIj/QkqyYM1ICc0a6igU6ERERERERkQ5ggU5ERERERESkA1igEymEHahITiKA9Mx3L2fHjh1DUFAQHBwcIAgCdu3aJU3LyMjAmDFj4OHhAVNTUzg4OKB79+64d++exjqGDx8Oa2trODo6YsOGDRrTtm7diqCgICV25b1hYGCg7SbQe4A5IyUwZ6SLWKCTTnJ2dsaCBQtKdJ0REREQBAGPHz8u0fUWlVrkzcEkH7UoIPqh6p3L2dOnT+Hl5YWlS5fmmvbs2TOcO3cO48ePx7lz57Bjxw5cvXoVn3zyiTTPnj17sHHjRhw8eBCzZs1CaGgoHjx4AABISUnBuHHj8lw3vRmVSoWKFStCpeLHB5IPc0ZKYM5IVzGROiwkJASCIEAQBBgaGqJ69eqYPHkyMjMztd00nRcQEIBhw4ZpvNewYUMkJCTA0tJSK23i6NokJwEiypd590Zxb9WqFaZOnYoOHTrkmmZpaYlDhw4hODgYrq6uqF+/PpYsWYKoqCjEx8cDAGJiYhAQEAAfHx907twZFhYWuHnzJgBg9OjR6N+/P5ycnBTdp9JMFEU8efKEgyqRrJgzUgJzRrqKBbqOa9myJRISEnD9+nWMGDECYWFhmD17tmzbe/nypWzr1vb2DQ0NYW9vD0HQzhVGjq5NclIJQDWL0j+Ke0pKCgRBgJWVFQDAy8sLZ8+exaNHjxAVFYX09HRUr14dx48fx7lz5zBkyBDtNriUEUURycnJ/EBLsmLOSAnMGekqFug6zsjICPb29qhcuTL69++PFi1aYPfu3QCAR48eoXv37ihbtixMTEzQqlUrXL9+XWP57du3o1atWjAyMoKzszPmzp2rMd3Z2RlTpkxB9+7dYWFhgT59+uTZjoCAAAwePBjDhg1D2bJlYWdnhxUrVuDp06fo2bMnzM3NUb16dezfv19aJisrC71790aVKlVgbGwMV1dXLFy4UGO9ISEhaN++PaZNmwYHBwe4urrmuf2VK1fCysoKR44cAQD8/fffaNWqFcz+X3v3HV/T/f8B/HVuttwM2YksQiIkiKCCEnsXRYyUxOjXVqtWCaHEbq2iRoKarVHUHimNUStqh1QEsSuRECS55/eHR87PlSEh99wrXs/H4z4qZ37Ova8m933O53yOUgl7e3t069ZN6tYaGhqKP//8E3PnzpV6ICQkJOTo4h4VFQVLS0vs2bMH3t7eUCqV0gmRbJmZmRg8eDAsLS1hbW2NUaNGISQkBG3btn3HJ0dERe3FixcYNWqUdKUcAJo2bYqvvvoK1atXR2hoKFauXAlTU1P069cPixcvxqJFi+Dl5YXatWvj4sWLWj4CIiIiovyxQP/ImJiYSFeZQ0NDcerUKWzbtg3Hjh2DKIpo0aIFMjIyAACnT59GUFAQOnfujPPnz2PixIkYP348oqKi1LY5a9YsVK5cGWfPnsX48ePz3PfKlSthY2ODv//+G4MGDUK/fv3QsWNH1KpVC2fOnEGTJk3QrVs3PH/+HACgUqng7OyMX3/9FZcuXUJYWBjGjh2LjRs3qm33wIEDuHr1Kvbt24cdO3bk2O+MGTMwevRo7N27Fw0bNkRycjIaNGgAPz8/nDp1Crt378b9+/cRFBQEAJg7dy4CAgLw9ddf4+7du7h79y5cXFxyPabnz59j1qxZWL16NQ4fPozExESMGDFCmj99+nSsWbMGkZGRiImJwdOnT9UGscrNy5cv8fTpU7UXEX2YjIwMBAUFQRRFLFq0SG3exIkTcf36dZw/fx7t2rVDREQEGjVqBAMDA3z//ff466+/0Lt3b3Tv3l1LrSciIiIqGH1tN4AKRhRFHDhwAHv27MGgQYNw7do1bNu2DTExMahVqxYAYM2aNXBxccHWrVvRsWNHzJkzBw0bNpSKbk9PT1y6dAkzZ85EaGiotO0GDRpg+PDh72xD5cqVMW7cOADAmDFjMG3aNNjY2ODrr78GAISFhWHRokX4559/ULNmTRgYGCA8PFxav3Tp0jh27Bg2btwoFdMAYGpqimXLlsHQ0DDHPkeNGoXVq1fjzz//RMWKFQEACxYsgJ+fH6ZOnSott2LFCri4uCAuLg6enp4wNDREiRIl4ODgkO8xZWRkYPHixfDw8AAADBw4EJMmTZLmz58/H2PGjJHuj12wYAF27tyZ7zYjIiLUjjsbe1CRJokikPKqeOYsuzi/efMmDh48KF09z82VK1fwyy+/4OzZs1ixYgXq1q0LW1tbBAUFoWfPnkhNTYWZmZmMrS9+TExMtN0E+gQwZyQH5ox0EQt0Hbdjxw4olUpkZGRApVKha9eumDhxIg4cOAB9fX189tln0rLW1tbw8vLC5cuXAbwePKlNmzZq26tduzZ+/PFHZGVlQU9PDwBQrVq1ArWlUqVK0r/19PRgbW0NX19faZq9vT0A4MGDB9K0hQsXYsWKFUhMTER6ejpevXqFKlWqqG3X19c31+J89uzZePbsGU6dOoUyZcpI08+dO4dDhw5BqVTmWCc+Ph6enp4FOh4AKFGihFScA4Cjo6PU/pSUFNy/fx81atRQO25/f3+oVKo8tzlmzBgMGzZM+vnp06dwcXGBCgK7rJDGqCDgUnLxuwE9uzi/du0aDh06BGtr6zyXFUURffr0wZw5c6BUKpGVlSX1KMr+b1ZWliztLq4UCoX0u55IU5gzkgNzRrqKBbqOq1+/PhYtWgRDQ0M4OTlBX7/oPzJTU9MCLff2syIFQVCblj34Wnbxun79eowYMQKzZ89GQEAAzMzMMHPmTJw4caJA+//888/xxx9/YOPGjRg9erQ0PS0tDa1bt8b06dNzrOPo6FigY8nvmD50sBAjIyMYGRnlmP6xja5NHxcBIkqZAneeASI+nkI9LS0N169fl36+ceMGYmNjYWVlBUdHR3To0AFnzpzBjh07kJWVhXv37gEArKyscpzYW7ZsGWxtbaXnnteuXRsTJ07E8ePHsWvXLlSoUEEaXI7ejyiKSElJgYWFhdYG3KTijzkjOTBnpKtYoOs4U1NTlC1bNsd0b29vZGZm4sSJE1IX98ePH+Pq1auoUKGCtExMTIzaejExMfD09JSunmtSdvf7/v37S9Pi4+MLvH6NGjUwcOBANGvWDPr6+tK94VWrVsWmTZvg7u6e5wkLQ0PDD75SZmFhAXt7e5w8eRJ169YF8Prq25kzZ3L0AigIhQCW6KQxCgFwMRVx97mArI8oaKdOnUL9+vWln7N7n4SEhGDixInSoJhv/z936NAhBAYGSj/fv38fU6ZMwdGjR6VpNWrUwPDhw9GyZUvY2dlh5cqVmjuQT4QoikhOToa5uTm/0JLGMGckB+aMdBUL9I9UuXLl0KZNG3z99ddYsmQJzMzMMHr0aJQqVUrq1j58+HBUr14dkydPRqdOnXDs2DEsWLAAP/30k2xtXLVqFfbs2YPSpUtj9erVOHnyJEqXLl3gbdSqVQs7d+5E8+bNoa+vjyFDhmDAgAFYunQpunTpgpEjR8LKygrXr1/H+vXrsWzZMujp6cHd3R0nTpxAQkIClEolrKys3usYBg0ahIiICJQtWxbly5fH/Pnz8eTJE/4iJyoigYGB+fZaKWiPFnt7eyQkJOSYHhYWhrCwsPdtHhEREZGseEvsRywyMhL+/v5o1aoVAgICIIoidu7cKXXbrlq1KjZu3Ij169fDx8cHYWFhmDRpktoAcZrUp08ffPnll+jUqRM+++wzPH78WO1qekHVqVMHf/zxB8aNG4f58+fDyckJMTExyMrKQpMmTeDr64shQ4bA0tISCsXrSI8YMQJ6enqoUKECbG1tkZiY+F7HkP1Ip+7duyMgIABKpRJNmzaFsbHxe22PiIiIiIgoL4L4oTfcEn1CVCoVvL29ERQUhMmTJxdonadPn8LCwgJuQzYARgW735+osBQQUdoMuJH6esA4uSVMayn7Pkl+KpUK//33H6ysrKQTokRFjTkjOTBn9CGyv9+npKTk+3SZ98Eu7kT5uHnzJvbu3Yt69erh5cuXWLBgAW7cuIGuXbsWelscxZ00SQUB8anabgUVdwqFAjY2NtpuBhVzzBnJgTkjXcV6gSgfCoUCUVFRqF69OmrXro3z589j//798Pb2Lvy2OEQcaZACIjzMROaMNEqlUuHRo0f5PmqS6EMxZyQH5ox0Fa+gE+XDxcUlx0j470vgKO6kQYIA2JmISEhj0Eiz0tLS3nvgTaKCYs5IDswZ6SJeQSciIiIiIiLSASzQiYiIiIiIiHQAC3QimajY7Zg0SCUCt54JzBlplCAIsLS0hCDI/6QA+nQwZyQH5ox0Fe9BJ5KJCEELD7+iT4UIAbefabsVVNxlf6El0iTmjOTAnJGuYoFOJJN/JjTmHwLSGJVKhYcPH8LW1pbPcyWNYc5IDswZyYE5I13FNBIRFRPp6enabgJ9ApgzkgNzRnJgzkgXsUAnIiIiIiIi0gEs0ImIiIiIiIh0AAt0IplwlFDSJEEQYG1tzZyRRjFnJAfmjOTAnJGu4iBxRDLhHwDSJEEQYGZmpu1mUDHHnJEcmDOSA3NGuopX0IlkolKptN0EKsZUKhXu3LnDnJFGMWckB+aM5MCcka5igU5EVExkZGRouwn0CWDOSA7MGcmBOSNdxAKdiIiIiIiISAewQCciIiIiIiLSASzQiWTCQeJIkwRBgL29PXNGGsWckRyYM5IDc0a6iqO4E8mEfwBIkwRBgImJibabQcUcc0ZyYM5IDswZ6SpeQSeSCUcJJU1SqVS4efMmc0YaxZyRHJgzkgNzRrqKBToRUTEhiqK2m0CfAOaM5MCckRyYM9JFLNCJiIiIiIiIdAALdCIiIiIiIiIdwAKdSCYcJI40SRAEODk5MWekUcwZyYE5IzkwZ6SrWKATyYR/AEiTBEGAvr4+c0YaxZyRHJgzkgNzRrqKj1kjkknlibshGppquxlUAAnTWmq7CYWmUqmQmJgIV1dXKBQ890qawZyRHJgzkgNzRrqKaSQiIiIiIiLSASzQiYiIiIiIiHQAC3QiIiIiIiIiHcACnUgmWSIHISHNUSgUvI+ONI45IzkwZyQH5ox0FRNJJBtR2w2gYkwURWRmZkIUmTPSHOaM5MCckRyYM9JVLNCJZKLHC+ikQaIoIikpiV80SKOYM5IDc0ZyYM5IV7FAJyIqAu7u7hAEIcdrwIABAIBZs2bBzs4OdnZ2mD17ttq6J06cgL+/PzIzM7XRdCIiIiLSESzQtczd3R0//vhjgZaNioqCpaWlRtujKxISEiAIAmJjY7XdFKICOXnyJO7evSu99u3bBwDo2LEj/vnnH4SFhWH9+vVYt24dxo0bh/PnzwMAMjMz0bdvXyxevBj6+vraPAQiIiIi0jIW6EUkNDRUumJmaGiIsmXLYtKkSe+8Inby5En873//K9A+OnXqhLi4uKJobq7q16+PZcuWaWz72QRBwNatW/NdxsXFBXfv3oWPj4/G20NUFGxtbeHg4CC9duzYAQ8PD9SrVw9XrlxBpUqV0KBBAzRs2BCVKlXClStXAAAzZ85E3bp1Ub169Q9ugyDwPgrSPOaM5MCckRyYM9JFvFxThJo1a4bIyEi8fPkSO3fuxIABA2BgYIAxY8bkWPbVq1cwNDSEra1tgbdvYmICExOTomyy5L///kNMTAzWr1+vke0Xlp6eHhwcHLTdjCKVJQo8I/aJePXqFX755RcMGzYMgiDA19cXcXFxSExMhCiKiIuLg4+PD+Lj4xEZGYnTp09/8D4VCgXc3NyKoPVEeWPOSA7MGcmBOSNdxXqhCBkZGcHBwQFubm7o168fGjVqhG3btgF4fYW9bdu2mDJlCpycnODl5QUgZxf35ORk9OnTB/b29jA2NoaPjw927NgBIGcX94kTJ6JKlSpYvXo13N3dYWFhgc6dOyM1NVVaJjU1FcHBwTA1NYWjoyN++OEHBAYGYsiQIWpt/+OPP1C1alXY29sDAC5evIhWrVrB3NwcZmZm+PzzzxEfHw8AUKlUmDRpEpydnWFkZIQqVapg9+7d0rZevXqFgQMHwtHREcbGxnBzc0NERIR0vADQrl07CIIg/fy2t7u4P3nyBMHBwbC1tYWJiQnKlSuHyMjId+4vt67yycnJEAQB0dHR0rQLFy6gefPmUCqVsLe3R7du3fDo0SNp/m+//QZfX1+YmJjA2toajRo1wrNnz3Jte14EjuL+ydi6dSuSk5MRGhoKAPD29sbUqVPRuHFjNGnSBBEREfD29kafPn0wY8YM7NmzBz4+PvDz88Phw4ffa5+iKCI9PZ2D3ZBGMWckB+aM5MCcka7iFXQNMjExwePHj6WfDxw4AHNzc+ne1LepVCo0b94cqamp+OWXX+Dh4YFLly5BT08vz33Ex8dj69at2LFjB548eYKgoCBMmzYNU6ZMAQAMGzYMMTEx2LZtG+zt7REWFoYzZ86gSpUqatvZtm0b2rRpAwC4c+cO6tati8DAQBw8eBDm5uaIiYmRuuvPnTsXs2fPxpIlS+Dn54cVK1bgiy++wMWLF1GuXDnMmzcP27Ztw8aNG+Hq6opbt27h1q1bAF536bezs0NkZCSaNWuW77G9afz48bh06RJ27doFGxsbXL9+Henp6QCQ7/4KIjk5GQ0aNEDv3r3xww8/ID09HaNGjUJQUBAOHjyIu3fvokuXLpgxYwbatWuH1NRUHDlyJM9f6C9fvsTLly+ln58+fQoAUAh80NqnYvny5WjevDmcnJykaX379kXfvn2ln1euXAkzMzMEBATAy8sLJ0+exO3bt9G5c2fcuHEDRkZGhdqnKIq4f/8+XF1d2WWPNIY5IzkwZyQH5ox0FQt0DRBFEQcOHMCePXswaNAgabqpqSmWLVsGQ0PDXNfbv38//v77b1y+fBmenp4AgDJlyuS7L5VKhaioKJiZmQEAunXrhgMHDmDKlClITU3FypUrsXbtWjRs2BAAEBkZqVY0AK8Lyt27d2PixIkAgIULF8LCwgLr16+HgYEBAEjtAV6PRj1q1Ch07twZADB9+nQcOnQIP/74IxYuXIjExESUK1cOderUgSAIat2Hsrv0W1paFqoLe2JiIvz8/FCtWjUAULvynt/+CmLBggXw8/PD1KlTpWkrVqyAi4sL4uLikJaWhszMTHz55ZfStn19ffPcXkREBMLDwwvVBio+bt68if3792Pz5s15LvPo0SOEh4fj8OHDOHHiBDw9PVGuXDmUK1cOGRkZiIuLyzdjRERERFQ8sYt7EdqxYweUSiWMjY3RvHlzdOrUSSp6gddFXV7FOQDExsbC2dlZrRh+F3d3d6k4BwBHR0c8ePAAAPDvv/8iIyMDNWrUkOZbWFhI3euzHTx4EHZ2dqhYsaLUjs8//1wqzt/09OlTJCUloXbt2mrTa9eujcuXLwN43Z0/NjYWXl5eGDx4MPbu3Vvg48lLv379sH79elSpUgUjR47E0aNHpXkfur9z587h0KFDUCqV0qt8+fIAXvdQqFy5Mho2bAhfX1907NgRS5cuxZMnT/Lc3pgxY5CSkiK9CnM1nz5+kZGRsLOzQ8uWLfNcZujQoRg6dCicnZ2RlZWFjIwMaV5mZiaysrLkaCoRERER6RgW6EWofv36iI2NxbVr15Ceno6VK1fC1NRUmv/mv3PzPgPAvV1EC4IAlUpVqG1s27YNX3zxxQe1401Vq1bFjRs3MHnyZKSnpyMoKAgdOnT4oG02b94cN2/exNChQ5GUlISGDRtixIgR79yfQvE64m92R3+zGAKAtLQ0tG7dGrGxsWqva9euoW7dutDT08O+ffuwa9cuVKhQAfPnz4eXlxdu3LiRa1uNjIxgbm6u9gLYvf1ToFKpEBkZiZCQkDwfmbZv3z7ExcVJz0evXr06rly5gl27duHnn3+Gnp5ejpNoBZXbSTWiosackRyYM5IDc0a6iAV6ETI1NUXZsmXh6ur6Xs8zrlSpEm7fvl1kj1IrU6YMDAwMcPLkSWlaSkqK2vZFUcT27dul+8+z23HkyJEchSwAmJubw8nJCTExMWrTY2JiUKFCBbXlOnXqhKVLl2LDhg3YtGkT/vvvPwCvfxm+zxVCW1tbhISE4JdffsGPP/6In3/++Z37y+5Sf/fuXWnZt5+tXrVqVVy8eBHu7u4oW7as2iv7pIogCKhduzbCw8Nx9uxZGBoaYsuWLYVqv0rk/U3F3f79+5GYmIiePXvmOj89PR0DBw7EkiVLpJNHzs7OmD9/Pnr06IEpU6Zg5cqV73WSTKFQoFSpUtJ2iTSBOSM5MGckB+aMdBXvQdch9erVQ926ddG+fXvMmTMHZcuWxZUrVyAIApo1a1bo7ZmZmSEkJATffvstrKysYGdnhwkTJkChUEiDYZw+fRrPnz9HnTp1pPUGDhyI+fPno3PnzhgzZgwsLCxw/Phx1KhRA15eXvj2228xYcIEeHh4oEqVKoiMjERsbCzWrFkDAJgzZw4cHR3h5+cHhUKBX3/9FQ4ODtII9O7u7jhw4ABq164NIyMjlCxZ8p3HEhYWBn9/f1SsWBEvX77Ejh074O3t/c79KRQK1KxZE9OmTUPp0qXx4MEDjBs3Tm3bAwYMwNKlS9GlSxeMHDkSVlZWuH79OtavX49ly5bh1KlTOHDgAJo0aQI7OzucOHECDx8+lPZfUBzFvfhr0qRJvqPBmpiY4OrVqzmm9+7dG7179/6gfYuiiLS0NCiVSg52QxrDnJEcmDOSA3NGuoqnjHTMpk2bUL16dXTp0gUVKlTAyJEjP+h+1Dlz5iAgIACtWrVCo0aNULt2bXh7e8PY2BgA8Pvvv6NFixZqV/ytra1x8OBBpKWloV69evD398fSpUulbkCDBw/GsGHDMHz4cPj6+mL37t3Ytm0bypUrB+D1iYEZM2agWrVqqF69OhISErBz507pDOXs2bOxb98+uLi4wM/Pr0DHYWhoiDFjxqBSpUpSt/PsZ7a/a38rVqxAZmYm/P39MWTIEHz//fdq287uEZCVlYUmTZrA19cXQ4YMkQp8c3NzHD58GC1atICnpyfGjRuH2bNno3nz5oX6LBT83U8aJIoiHj9+zMfFkEYxZyQH5ozkwJyRrhJEpvKT8uzZM5QqVQqzZ89Gr169UKlSJYwbNw5BQUHablqx9fTpU1hYWMB96AaIhvmPQ0C6IWFa3gO86SqVSoXExES4urqyux5pDHNGcmDOSA7MGX2I7O/3KSkp0nhTRYVd3Iu5s2fP4sqVK6hRowZSUlIwadIkAECbNm3w6tUrtG/fvtBXgomIiIiIiKjosUD/BMyaNQtXr16FoaEh/P39ceTIEdjY2AAAJkyYoOXWfTrYV4U07UOfwEBUEMwZyYE5IzkwZ6SLWKAXc35+fjh9+rS2m0EAVBA46ANpjEKhgL29vbabQcUcc0ZyYM5IDswZ6SrWC0Qy4SjupEmiKCI5OZmD3ZBGMWckB+aM5MCcka5igU4kE47iTprELxokB+aM5MCckRyYM9JVLNCJiIiIiIiIdAALdCIiIiIiIiIdwEHiiGRyNqwJLC0ttd0MKsaUSqW2m0CfAOaM5MCckRyYM9JFLNCJZKJQsMMKaY5CoZAen0ikKcwZyYE5IzkwZ6SrWDEQyUSlUmm7CVSMqVQqPHr0iDkjjWLOSA7MGcmBOSNdxQKdiKiYSEtL03YT6BPAnJEcmDOSA3NGuogFOhEREREREZEOYIFOREREREREpANYoBPJRBAEbTeBijFBEGBpacmckUYxZyQH5ozkwJyRruIo7kQy4R8A0qTsLxpEmsSckRyYM5IDc0a6ilfQiWTCUUJJk1QqFe7fv8+ckUYxZyQH5ozkwJyRrmKBTkRUTKSnp2u7CfQJYM5IDswZyYE5I13EAp2IiIiIiIhIB7BAJyIiIiIiItIBLNCJZMJB4kiTBEGAtbU1c0YaxZyRHJgzkgNzRrqKo7gTyYR/AEiTBEGAmZmZtptBxRxzRnJgzkgOzBnpKl5BJ5IJRwklTVKpVLhz5w5zRhrFnJEcmDOSA3NGuooFOhFRMZGRkaHtJtAngDkjOTBnJAfmjHQRC3QiIiIiIiIiHcACnYiIiIiIiEgHcJA4IpmcOnUKSqVS282gAqhZs6a2m1BogiDA3t6egxGSRjFnJAfmjOTAnJGuYoFOJBP+ASBNEgQBJiYm2m4GFXPMGcmBOSM5MGekq9jFnUgmoihquwlUjKlUKty8eZOj0ZJGMWckB+aM5MCcka5igU5EVEzwJBDJgTkjOTBnJAfmjHQRC3QiIiIiIiIiHcACnYiIiIiIiEgHsEAnIioGBEGAk5MTByMkjWLOSA7MGcmBOSNdxQKdSCb8A0CaJAgC9PX1mTPSKOaM5MCckRyYM9JVOl+gBwYGYsiQIUW6TVEU8b///Q9WVlYQBAGxsbEFWi8qKgqWlpZF2hY5JSQkvPN4nz9/jvbt28Pc3ByCICA5OVm29hU1Xfu8OBBJ8ebu7g5BEHK8BgwYAACYNWsW7OzsYGdnh9mzZ6ute+LECfj7+yMzM/O9969SqZCYmMjRaEmjmDOSA3NGcmDOSFd98HPQQ0NDkZycjK1btxZBc+Sxe/duREVFITo6GmXKlIGNjY22m6QzVq5ciSNHjuDo0aOwsbGBhYWFtpukMxISElC6dGmcPXsWVapU0XZzSMecPHkSWVlZ0s8XLlxA48aN0bFjR/zzzz8ICwvDjh07IIoiWrVqhSZNmsDX1xeZmZno27cvfv75Z+jrf/CvZCIiIiL6iH2S3wbj4+Ph6OiIWrVqabspOic+Ph7e3t7w8fF5721kZWVBEAQoFB/eQaMot0WkSba2tmo/T5s2DR4eHqhXrx5+/fVXVKpUCQ0aNAAAVKpUCVeuXIGvry9mzpyJunXronr16tpoNhERERHpEI1XPXPmzIGvry9MTU3h4uKC/v37Iy0tTW2ZmJgYBAYGokSJEihZsiSaNm2KJ0+e5Lq9P/74AxYWFlizZk2e+/zzzz9Ro0YNGBkZwdHREaNHj5a6joaGhmLQoEFITEyEIAhwd3fPcztRUVFwdXVFiRIl0K5dOzx+/DjHMr///juqVq0KY2NjlClTBuHh4WrdVAVBwJIlS9CqVSuUKFEC3t7eOHbsGK5fv47AwECYmpqiVq1aiI+Pl9aJj49HmzZtYG9vD6VSierVq2P//v1q+3V3d8fUqVPRs2dPmJmZwdXVFT///LPaMn///Tf8/PxgbGyMatWq4ezZs3keK/D6doLZs2fj8OHDEAQBgYGBAIAnT56ge/fuKFmyJEqUKIHmzZvj2rVrau+TpaUltm3bhgoVKsDIyAiJiYk5th8dHQ1BEPDHH3+gUqVKMDY2Rs2aNXHhwoV3butdbSjI5xUaGoq2bduqTRsyZIh0nMDr7k4zZsxA2bJlYWRkBFdXV0yZMgUAULp0aQCAn5+f2vtD9LZXr17hl19+Qc+ePSEIAnx9fREXF4fExETcvHkTcXFx8PHxQXx8PCIjI/H9999ru8lEREREpAM0XqArFArMmzcPFy9exMqVK3Hw4EGMHDlSmh8bG4uGDRuiQoUKOHbsGP766y+0bt1aratotrVr16JLly5Ys2YNgoODc93fnTt30KJFC1SvXh3nzp3DokWLsHz5cukL8Ny5czFp0iQ4Ozvj7t27OHnyZK7bOXHiBHr16oWBAwciNjYW9evXz/El+siRI+jevTu++eYbXLp0CUuWLEFUVJRU0GWbPHkyunfvjtjYWJQvXx5du3ZFnz59MGbMGJw6dQqiKGLgwIHS8mlpaWjRogUOHDiAs2fPolmzZmjdunWOonf27NlS4d2/f3/069cPV69elbbRqlUrVKhQAadPn8bEiRMxYsSIvD4mAMDmzZvx9ddfIyAgAHfv3sXmzZsBvC5sT506hW3btuHYsWMQRREtWrRARkaGtO7z588xffp0LFu2DBcvXoSdnV2e+/n2228xe/ZsnDx5Era2tmjduvU7t/WuNhTk8yqIMWPGYNq0aRg/fjwuXbqEtWvXwt7eHsDrEx4AsH//frX3p6A4CMmnY+vWrUhOTkZoaCgAwNvbG1OnTkXjxo3RpEkTREREwNvbG3369MGMGTOwZ88e+Pj4wM/PD4cPH36vfSoUCri6urK3CWkUc0ZyYM5IDswZ6SqNd3F/c4A3d3d3fP/99+jbty9++uknAMCMGTNQrVo16WcAqFixYo7tLFy4EN999x22b9+OevXq5bm/n376CS4uLliwYAEEQUD58uWRlJSEUaNGISwsDBYWFjAzM4Oenh4cHBzy3M7cuXPRrFkz6WSCp6cnjh49it27d0vLhIeHY/To0QgJCQEAlClTBpMnT8bIkSMxYcIEabkePXogKCgIADBq1CgEBARg/PjxaNq0KQDgm2++QY8ePaTlK1eujMqVK0s/T548GVu2bMG2bdvUCvkWLVqgf//+0nZ/+OEHHDp0CF5eXli7di1UKhWWL18OY2NjVKxYEbdv30a/fv3yPGYrKyuUKFEChoaG0ntz7do1bNu2DTExMdItAWvWrIGLiwu2bt2Kjh07AgAyMjLw008/qbU7LxMmTEDjxo0BvL7n3dnZGVu2bJHeo7e3VZA2FOTzepfU1FTMnTsXCxYskD5TDw8P1KlTB8D/d2G2trbONzsvX77Ey5cvpZ+fPn0KgIPEfUqWL1+O5s2bw8nJSZrWt29f9O3bV/p55cqVMDMzQ0BAALy8vHDy5Encvn0bnTt3xo0bN2BkZFSofYqiiMzMTBgYGPBkEGkMc0ZyYM5IDswZ6SqNnzLav38/GjZsiFKlSsHMzAzdunXD48eP8fz5cwD/fwU9P7/99huGDh2Kffv25VucA8Dly5cREBCg9j9a7dq1kZaWhtu3bxe43ZcvX8Znn32mNi0gIEDt53PnzmHSpElQKpXS6+uvv8bdu3el4wNe32+aLftqrK+vr9q0Fy9eSIVcWloaRowYAW9vb1haWkKpVOLy5cs5rqC/uV1BEODg4IAHDx5I7c/uRp5X+wv6Pujr66u9F9bW1vDy8sLly5elaYaGhmrtyc+b7bCysnrntgrShoJ8Xu9y+fJlvHz58p15fJeIiAhYWFhILxcXlw/aHn1cbt68if3796N37955LvPo0SOEh4dj/vz5OHHiBDw9PVGuXDnUr18fGRkZiIuLK/R+RVFEUlISTwSRRjFnJAfmjOTAnJGu0miBnpCQgFatWqFSpUrYtGkTTp8+jYULFwJ4fY8mAJiYmLxzO35+frC1tcWKFSt06n+itLQ0hIeHIzY2VnqdP38e165dUyuMDQwMpH9nnzjIbVr2Yx5GjBiBLVu2YOrUqThy5AhiY2Ph6+srvWe5bTd7O9p6VISJiUmRnX0sym29SaFQ5MjPm13rC5LFghgzZgxSUlKk161bt4pku/RxiIyMhJ2dHVq2bJnnMkOHDsXQoUPh7OyMrKwstRxmZmbmeosPERERERV/Gi3QT58+DZVKhdmzZ6NmzZrw9PREUlKS2jKVKlXCgQMH8t2Oh4cHDh06hN9//x2DBg3Kd9nsQdjeLMRiYmJgZmYGZ2fnArfd29sbJ06cUJt2/PhxtZ+rVq2Kq1evomzZsjleH3I/S0xMDEJDQ9GuXTv4+vrCwcEBCQkJhdqGt7c3/vnnH7x48SLP9hd0O5mZmWrvxePHj3H16lVUqFCh0Nt7ux1PnjxBXFwcvL29P6gNBfm8bG1tcffuXbVpbz4Tvly5cjAxMckzj4aGhgDwzuLJyMgI5ubmai/6NKhUKkRGRiIkJCTPR6bt27cPcXFx0vPRq1evjitXrmDXrl34+eefoaenBy8vLzmbTUREREQ6okgK9JSUFLWryLGxsbh16xbKli2LjIwMzJ8/H//++y9Wr16NxYsXq607ZswYnDx5Ev3798c///yDK1euYNGiRXj06JHacp6enjh06BA2bdqkdl/72/r3749bt25h0KBBuHLlCn7//XdMmDABw4YNK1TRPHjwYOzevRuzZs3CtWvXsGDBghz3M4eFhWHVqlUIDw/HxYsXcfnyZaxfvx7jxo0r8H5yU65cOWzevBmxsbE4d+4cunbtWugr4127doUgCPj6669x6dIl7Ny5E7NmzXqvtrRp0wZff/01/vrrL5w7dw5fffUVSpUqhTZt2hR6ewAwadIkHDhwABcuXEBoaChsbGxyjK5e2DYU5PNq0KABTp06hVWrVuHatWuYMGGC2gjyxsbGGDVqFEaOHIlVq1YhPj4ex48fx/LlywEAdnZ2MDExwe7du3H//n2kpKS81/FT8bV//34kJiaiZ8+euc5PT0/HwIEDsWTJEun3kbOzM+bPn48ePXpgypQpWLly5Xv35uA9dCQH5ozkwJyRHJgz0kVFUqBHR0fDz89P7RUeHo7KlStjzpw5mD59Onx8fLBmzRpERESorevp6Ym9e/fi3LlzqFGjBgICAvD777/nevXJy8sLBw8exLp16zB8+PBc21KqVCns3LkTf//9NypXroy+ffuiV69ehS6aa9asiaVLl2Lu3LmoXLky9u7dm2MbTZs2xY4dO7B3715Ur14dNWvWxA8//AA3N7dC7ettc+bMQcmSJVGrVi20bt0aTZs2RdWqVQu1DaVSie3bt+P8+fPw8/PDd999h+nTp79XeyIjI+Hv749WrVohICAAoihi586dObrYF9S0adPwzTffwN/fH/fu3cP27dulq9Pv24aCfl7jx4/HyJEjUb16daSmpqJ79+5qy4wfPx7Dhw9HWFgYvL290alTJ+m+fn19fcybNw9LliyBk5NToU9Q8I9A8dekSROIoghPT89c55uYmODq1auoUqWK2vTevXvj3r17uHnzZr5d4/OjUCjg5ubG0WhJo5gzkgNzRnJgzkhXCaIu3dRNxVp0dDTq16+PJ0+ewNLSUtvNkc3Tp09hYWGBffv2QalUars5VAA1a9bUdhMKTRRFvHjxAsbGxjwZRBrDnJEcmDOSA3NGHyL7+31KSkqR387KU0ZERMWAKIq4f/++Tg2kScUPc0ZyYM5IDswZ6SoW6EREREREREQ6IPdhhok0IDAwkGcpiYiIiIiI8sAr6ERExcT7DtxIVBjMGcmBOSM5MGeki3gFnUgmHICENEmhUKBUqVLabgYVc8wZyYE5IzkwZ6SreAWdSCbs3k+aJIoiUlNTmTPSKOaM5MCckRyYM9JVLNCJiIoBURTx+PFjftEgjWLOSA7MGcmBOSNdxS7uRDKpVq3aJ/X8dyIiIiIiKhxeQSciIiIiIiLSASzQiYiKCRMTE203gT4BzBnJgTkjOTBnpIvYxZ1IJgoFz4eR5igUCtjb22u7GVTMMWckB+aM5MCcka5ixUAkEw5CQpokiiKSk5OZM9Io5ozkwJyRHJgz0lUs0Ilkwj8ApEn8okFyYM5IDswZyYE5I13FAp2IiIiIiIhIB7BAJyIiIiIiItIBLNCJiIoJpVKp7SbQJ4A5IzkwZyQH5ox0EUdxJ5IJR3EnTVIoFLCxsdF2M6iYY85IDswZyYE5I13FioFIJiqVSttNoGJMpVLh0aNHzBlpFHNGcmDOSA7MGekqFuhERMVEWlqatptAnwDmjOTAnJEcmDPSRSzQiYiIiIiIiHQAC3QiIiIiIiIiHcACnUgmgiBouwlUjAmCAEtLS+aMNIo5IzkwZyQH5ox0FUdxJ5IJ/wCQJmV/0SDSJOaM5MCckRyYM9JVvIJOJBOOEkqapFKpcP/+feaMNIo5IzkwZyQH5ox0FQt0IqJiIj09XdtNoE8Ac0ZyYM5IDswZ6SJ2cSeSyalTp6BUKrXdjI9GzZo1td0EIiIiIiJZ8Qo6ERERERERkQ5ggU5EVAwIggBra2sORkgaxZyRHJgzkgNzRrqKXdyJZMI/AKRJgiDAzMxM282gYo45IzkwZyQH5ox0Fa+gE8lEFEVtN4GKMZVKhTt37nA0WtIo5ozkwJyRHJgz0lUs0ImIiomMjAxtN4E+AcwZyYE5IzkwZ6SLWKATEREREdFHJzk5GYIgICEh4b3m64q2bdti4sSJuc6Ljo6GpaWlrO2R25o1a1CrVi1tN0Nn8B50IiIiIqJPkPvoPzS+j4RpLQu9Ts+ePREZGYlLly7B29tbA62iBg0a4NixY0hKSkLJkiWl6VFRUfjxxx8RGxub7/pF+RkFBwcjODj4ncsVtG2F4e7ujh9//BFt27Ytsm1+KF5BJ6JiY+LEiRAEQe1Vvnx5af6sWbNgZ2cHOzs7zJ49W23dEydOwN/fH5mZmXI3u0gIggB7e3sORkgaxZyRHJizT1tqaio2btwIKysrLF++XGP7EQQBVlZWn2TO/v33X0RHR6NEiRJYs2ZNodeX6zP6VH0yBbogCNi6datG9xEVFaXVLihyHGO20NDQQp9pyj5D9an6FP8AaEPFihVx9+5d6fXXX38BAP755x+EhYVh/fr1WLduHcaNG4fz588DADIzM9G3b18sXrwY+vofZ8ciQRBgYmLCnJFGMWckB+bs07ZhwwaYmppi+vTpWL16tdp94i9fvkS/fv1gZWWF0qVL47ffflNb913zQ0ND0atXLwQFBcHCwgIrV65EZmYmwsLC4OHhAWtra3zxxRdISkoC8HqA31GjRsHBwQHm5ubw9PTEjh07AABnzpxBzZo1YW5uDhsbG7Ru3Vraz4MHDxAcHAxHR0c4OTlhyJAhePnypTR/06ZNKFu2LCwsLPD1118X6OLA/Pnz4ejoCAcHB0yYMAGiKCIjIwP29vaIjo5WW9bb2xsbNmzIc1srVqxAlSpVMGjQoPcqsPP7jG7cuIFGjRrBwsICVlZWqF27Np4/fw4AmDNnDlxdXWFmZgZ3d3csW7YMwOsaqkqVKtI2clvu7Nmz6Nu3L86fPw+lUgmlUonExEScPXsWderUgZWVFWxtbdGlSxc8fvxY2lZgYCDGjBmDpk2bwszMDFWrVpW+/3Xs2BGJiYno0qULlEol+vbtW+j3QhO0UqCHhoZCEARMmzZNbfrWrVsL/ctYl4q+Tp06IS4uTuP7mThxolqItWHu3LmIiooq0m0mJCRAEIR3dluJjo6GIAhITk4u0v1rGkdxl4e+vj4cHBykl42NDQDgypUrqFSpEho0aICGDRuiUqVKuHLlCgBg5syZqFu3LqpXr67Npn8QlUqFmzdvcjRa0ijmjOTAnH3ali9fjuDgYHTu3BnPnj3D9u3bpXlTpkzBsWPHcOHCBZw9exabN29WW/dd8wFg3bp16NWrF/777z80btwYY8eORUxMDP766y/cvXsXnp6e6Ny5MwBg3759WLt2Lc6cOYOnT59i//798PT0BAAMHDgQrVu3RnJyMu7cuYNvv/0WwOvve1988QUcHBwQHx+P8+fP49y5c/j+++8BAHFxcejatSt++OEHPH78GP7+/ti9e3e+70lqairOnDmD+Ph4REdHY8WKFVi1ahUMDAzQrVs3te/kx44dw/379/O8kJaVlYWoqCiEhoaie/fuOHfuHM6cOZP/h/KW/D6j7777DmXLlsWjR49w//59zJw5E/r6+oiLi8O4ceOwd+9epKam4sSJE6hRo0aObee1nJ+fHxYvXgxfX1+kpaUhLS0Nrq6uUCgUmDZtGu7fv48LFy7gzp07GD16tNo2V69ejRkzZuDJkyeoVq0aBg0aBAD49ddf4erqinXr1iEtLQ2LFy8u1PugKVq7gm5sbIzp06fjyZMn2mpCkTMxMYGdnZ22m6FRWVlZUKlUsLCwKPYDVtDH6dq1a3ByckKZMmUQHByMxMREAICvry/i4uKQmJiImzdvIi4uDj4+PoiPj0dkZKT0h/NjxpNAJAfmjOTAnH2aLl26hOPHjyMkJARKpRLt2rVTu8K7Zs0ajB07Fk5OTrC0tMSECRPU1n/XfABo0qQJmjZtCoVCASMjIyxatAhz5syBo6MjDA0N8f333yMmJga3bt2CgYEBXrx4gYsXLyIjIwOurq5SgW5gYICbN28iKSkJRkZGqFu3LgDg1KlTuHbtGmbOnIkSJUrA2toaY8eOxdq1awG8vvrcsGFDtG7dGvr6+ujbty/KlSuX7/uiUqkwffp0lChRAuXLl8fAgQOxevVqAECvXr2wadMmpKWlAXh9Nbpr164wMjLKdVt79uzBgwcP0LVrV5QpUwa1a9cu1FX0d31GBgYGuHv3LhISEmBgYIBatWrB0NAQenp6EEURFy9eRHp6Ouzt7VGpUqUc2y/octkqV66MOnXqwMDAAPb29hg2bFiOHgVfffUVKleuDH19fYSEhOD06dMFPl5t0FqB3qhRIzg4OCAiIiLf5TZt2oSKFSvCyMgI7u7uaveNBgYG4ubNmxg6dKh0v2l+Hj16hHbt2qFEiRIoV64ctm3bJs3LyspCr169ULp0aZiYmMDLywtz586V5u/duxfGxsY5rtp+8803aNCgAYCcXdyzr3SvXr0a7u7usLCwQOfOnZGamiotk5qaiuDgYJiamsLR0RE//PADAgMDMWTIkFyPISoqCuHh4Th37px0zG+eNcvvGAHgwoULaN68OZRKJezt7dGtWzc8evQoz/cs+5i2bduGChUqwMjICImJiTm6uBf0OJ4/f46ePXvCzMwMrq6u+Pnnn6V5pUuXBgD4+flBEAQEBgbmaE9CQgLq168PAChZsiQEQUBoaCiA17+8IiIipM+wcuXKal2b3vUZA//fdX/q1Kmwt7eHpaUlJk2ahMzMTHz77bewsrKCs7MzIiMj83zPSHs+++wzREVFYffu3Vi0aBFu3LiBzz//HKmpqfD29sbUqVPRuHFjNGnSBBEREfD29kafPn0wY8YM7NmzBz4+PvDz88Phw4e1fShERESfnOXLl6Ny5cqoXLkyACAkJAR79uzBnTt3AABJSUlwc3OTln/z3wWZDwCurq7Sv//77z88e/YMdevWhaWlJSwtLeHg4ABDQ0PcunUL9evXR3h4OMaPHw8bGxu0b98eN27cAPC6m/iLFy/g7++P8uXLY8GCBQBef1dNTk6GlZWVtM0OHTrg/v37ubYxr3a+ydjYWO0ioJubm/SeeHt7w8fHB7/99htevHiBDRs2oGfPnnlua/ny5WjRooXUwzAkJARr167Fixcv8m3Dm+vn9xnNnDkTpUqVQqNGjeDu7o6JEydCpVLBw8MDK1euxIIFC2Bvb48mTZrk2mu2oMtlu379Otq0aQMnJyeYm5vjq6++ylHbODg4SP82NTWVTmboKq0V6Hp6epg6dSrmz5+P27dv57rM6dOnERQUhM6dO+P8+fOYOHEixo8fLxWkmzdvhrOzMyZNmiTdb5qf8PBwBAUF4Z9//kGLFi0QHByM//77D8Dr4s7Z2Rm//vorLl26hLCwMIwdOxYbN24EADRs2BCWlpbYtGmTtL2srCxs2LAh31EH4+PjsXXrVuzYsQM7duzAn3/+qda1f9iwYYiJicG2bduwb98+HDlyJN9uJp06dcLw4cPV7rPt1KlTgY4xOTkZDRo0gJ+fH06dOoXdu3fj/v37CAoKyvd9e/78OaZPn45ly5bh4sWLufYSKOhxzJ49G9WqVcPZs2fRv39/9OvXD1evXgUA/P333wCA/fv34+7du7l2S3JxcZE+g6tXr+Lu3btSkR0REYFVq1Zh8eLFuHjxIoYOHYqvvvoKf/75J4B3f8bZDh48iKSkJBw+fBhz5szBhAkT0KpVK5QsWRInTpxA37590adPnzxz+/LlSzx9+lTtRfJo3rw5OnbsiEqVKqFp06bYuXMnkpOTpc+4b9++uHr1Kq5evYq+ffti5cqVMDMzQ0BAAHr37o0tW7Zgzpw56Ny5s9q9YkRERKRZGRkZWL16NeLi4qTb1IKDg6Uu2QDg5OSEmzdvSutk95LL9q75AKBQ/H/5U7JkSZQoUQInTpxAcnKy9EpPT5ce+9W/f38cP34ciYmJMDIywuDBgwG8LiRXrVqFe/fuYdmyZRgxYgROnz4NFxcX2NnZqW0vJSVFKgrfbmNe7XzTixcv8ODBA7XlS5UqJf3cq1cvREVFYcuWLXBzc0PVqlVz3c7Dhw+xfft2HDhwQHqPR48ejeTkZLUaJy8F+Yzs7Ozw008/4ebNm9i+fTsWL16MLVu2AACCgoJw6NAh3L9/H5UrV0a3bt1y3U9ey7352WXr27cvSpUqhUuXLuHp06f45ZdfCtUDJ7dtaptWW9SuXTtUqVIl1+4nwOsBAho2bIjx48fD09MToaGhGDhwIGbOnAkAsLKygp6eHszMzKSQ5Cc0NBRdunRB2bJlMXXqVKSlpUlFoYGBAcLDw1GtWjWULl0awcHB6NGjh/TFXk9PD507d5a6pwDAgQMHkJycjPbt2+e5T5VKhaioKPj4+ODzzz9Ht27dcODAAQCvrzqvXLkSs2bNQsOGDeHj44PIyEhkZWXluT0TExMolUq1+2xNTEwKdIwLFiyAn58fpk6divLly8PPzw8rVqzAoUOH8r13PiMjAz/99BNq1aoFLy8vlChRQm1+YY6jRYsW6N+/P8qWLYtRo0bBxsYGhw4dAgDY2toCAKytreHg4AArK6sc6+vp6UnT7ezs4ODgAAsLC7x8+RJTp07FihUr0LRpU5QpUwahoaH46quvsGTJEgDv/oyzWVlZYd68efDy8kLPnj3h5eWF58+fY+zYsShXrhzGjBkDQ0NDafCxt0VERMDCwkJ6ubi45PnekmZZWlrC09MT169fzzHv0aNHCA8Px/z583HixAl4enqiXLlyqF+/PjIyMmQZT6IoCYIAJycnDqpEGsWckRyYs0/Ttm3b8PTpU5w5cwaxsbGIjY3FuXPnMH78eKxYsQKiKKJLly6YNm0akpKSkJycjEmTJqlt413z3yQIApydndGnTx8MHz4ct27dAgA8fvxYGmDt5MmTOHr0KF69egUTExOYmppKg8muWrUK9+/fhyAIsLS0hEKhgJ6eHqpXrw4XFxeMGzcOqampEEURN2/exK5duwC8Lj4PHDiAP/74A5mZmVi6dOk7v3MoFAqMGTMG6enpuHr1KhYuXKh2gbBTp044ffo0pk2blu/V81WrVsHKygpXrlyR3uMLFy4gNDS0QN3cC/IZbdy4EYmJiRBFEZaWltDT04O+vj6uXr2Kffv2IT09HYaGhlI987b8lrO3t8fdu3eRnp4uLf/06VOYmZnB3Nwct27dkurEgrK3t0d8fHyh1tE0rZ8ymD59OlauXInLly/nmHf58mXUrl1bbVrt2rVx7dq1fIvYvLx5/4KpqSnMzc3VzkYtXLgQ/v7+sLW1hVKpxM8//6x2Ris4OBjR0dHSyI5r1qxBy5Yt870X293dHWZmZtLPjo6O0j7//fdfZGRkqA2QYGFhAS8vr0IfW0GO8dy5czh06JA08qFSqZQeQZVfMA0NDfO996Mwx/HmdgRBgIODg9pn8L6uX7+O58+fo3HjxmrHt2rVKrVje9dnDLweBfzNs2n29vbw9fWVftbT04O1tXWe7R4zZgxSUlKkV/YvfH7RkF9aWhri4+Ph6OiYY97QoUMxdOhQODs7IysrS20E0szMzPf6HaNNgiBAX1+fOSONYs5IDszZp2n58uXo0qULypcvrzbY6+DBg5GUlIRDhw5h3LhxqFatGnx8fFClSpUcA6G9a/6bsnM2bdo0BAQEoEGDBjAzM4O/vz/27t0L4HXx179/f+niUVJSktRzc//+/ahcuTKUSiXatGmDmTNnokqVKtDT08OOHTtw584deHt7w8LCAi1btpQuFnh5eWH16tUYPHgwrK2tceLECTRr1izf98bMzAxVqlRBmTJlULduXXTv3h0hISFq8zt27IgrV67k27N3+fLl6NevH0qVKqX2Hg8fPhzR0dHvLFQL8hmdPn0atWrVglKpREBAAHr16oUvvvgCr169wvjx42Fvbw9ra2scPHgw1wGn81uuQYMGqFmzJkqVKgVLS0skJiZizpw52LFjB8zNzdGmTZt8L5zmZuzYsViwYAEsLS3Rv3//Qq2rKVp/nlDdunXRtGlTjBkzRrqXWFMMDAzUfhYEQRohdP369RgxYgRmz56NgIAAmJmZYebMmThx4oS0fPXq1eHh4YH169ejX79+2LJlyztHMs9vn5qQ3/7S0tLQunVrTJ8+Pcd6uRUw2YryUSeaej+yuw398ccfal1+AEiDZBTkM86rjYVpt5GRUa4Dc3DAG80bMWIEWrduDTc3NyQlJWHChAnQ09NDly5d1Jbbt28f4uLisHLlSgCv/9++cuUKdu3ahVu3bkFPT++DTpRpg0qlQmJiojSiKZEmMGckB+ZMPgnTWmq7CZKdO3fmOt3GxkbtiunPP/+sNoZR7969pX8bGxvnO//N7+1v5mzcuHEYN25cjn03bNgwz/ufV61aleex2NnZ5TteUVBQ0DtvMc0WGBgojYGVPfp4btzd3dG6dWvp3vLcXLp0KdfpPj4+0vdaDw+PPGuygnxGDRo0yLXW8PX1xfHjx3NdPzQ0VNpnfssZGBjg999/V5vm6uqKixcvqk0bNmyY9O+3B4yrUqWK2nfy1q1bqz0iTxdovUAHgGnTpqFKlSo5vhB7e3sjJiZGbVpMTAw8PT2hp6cH4PXV3aK40hUTE4NatWqpnTnJ7SxScHAw1qxZA2dnZygUCrRs+f6/2MqUKQMDAwOcPHlSGrAiJSUFcXFx0kiQuXnfY65atSo2bdoEd3f3In3W8/sex9sMDQ0B4J3Hlttybw5gV69evVzXK+hnTB+v27dvS8+/tLW1RZ06dXD8+HHp9gkASE9Px8CBA7Fhwwbpi5+zszPmz5+PHj16wMjICCtXrlS7dYSIiIhIVz18+BBLly4t8kcgk3boxGlJX19fBAcHY968eWrThw8fjgMHDmDy5MnS1a4FCxZgxIgR0jLu7u44fPgw7ty5k+9o5O9Srlw5nDp1Cnv27EFcXBzGjx+PkydP5lguODgYZ86cwZQpU9ChQ4c8H2FQEGZmZggJCcG3336LQ4cO4eLFi+jVqxcUCkW+V6zd3d1x48YNxMbG4tGjRwUezGrAgAH477//0KVLF5w8eRLx8fHYs2cPevTo8UEnOd73ON5mZ2cHExMTafC6lJSUXJdzc3ODIAjYsWMHHj58iLS0NJiZmWHEiBEYOnQoVq5cifj4eJw5cwbz58+XrpIW9DOmj9f69euRlJSEly9f4vbt21i/fj08PDzUljExMcHVq1dRpUoVtem9e/fGvXv3cPPmzQ868UZEREQklylTpsDd3R0tW7ZEw4YNtd0cKgI6UaADwKRJk3J0Ga5atSo2btyI9evXw8fHB2FhYZg0aZJat4tJkyYhISEBHh4ealfJCqtPnz748ssv0alTJ3z22Wd4/PhxrvchlC1bFjVq1MA///yT7z0eBTVnzhwEBASgVatWaNSoEWrXrg1vb28YGxvnuU779u3RrFkz1K9fH7a2tli3bl2B9uXk5ISYmBhkZWWhSZMm8PX1xZAhQ6SBLeQ+jrfp6+tj3rx5WLJkCZycnNCmTZtclytVqhTCw8MxevRo2NvbY+DAgQCAyZMnY/z48dLjs5o1a4Y//vhDenxbQT9jIiIiIqKPwXfffYdnz55h8eLF2m4KFRFB5I2xOuXZs2coVaoUZs+ejV69emm7Oe+tuBxHUXj69CksLCywf/9+mJqaars5H42aNWtquwkfHZVKxfs1SeOYM5IDc0ZyYM7ofWV/v09JSYG5uXmRblsn7kH/lJ09exZXrlxBjRo1kJKSIj0OIq+rx7qquByHJvFcGGmSKIrIzMyEgYEBRz4mjWHOSA7MGcmBOSNdxVNGOmDWrFmoXLkyGjVqhGfPnuHIkSP5jsCoq4rLcRB9jERRRFJSEk8EkUYxZyQH5ozkwJyRruIVdC3z8/PD6dOntd2MD1ZcjoOIiIiIiEhbeAWdiIiIiIiISAewQCciKiZ4Dx3JgTkjOTBnVBgJCQkQBAHJycmFWq+wOVu6dCkcHR2hVCpx9uzZQq1LVFDs4k4kE37ZIE1SKBRwc3PTdjOomGPOSA7MmXyOHz+u8X0U9qks+/fvR3h4OM6ePQs9PT3UqlULU6ZMQdWqVaVlBEHA2bNnUaVKlfduV2FzlpGRgcGDB2Pv3r34/PPP33u/wOsTCqVLl8aTJ09gaWn5Qdui4odX0IlkwkFISJNEUUR6ejpzRhrFnJEcmLNP17Zt29C2bVt0794dd+/eRUJCAurWrYu6devi1KlTRbqv/HKWkZGRY9q9e/fw4sUL+Pr6Fmk73ldubaTigc9BJ9Kw7Ock8iwpaZJKpUJiYiJcXV35TFfSGOaM5MCcyUeXrqCLoogyZcqgV69eGDdunNq8Xr16IT4+HtHR0ahRowZOnjwJExMTKBQKjB07Fl27dkXp0qWxatUqhIeH49GjR2jbti2WLl0KAwMDAMCZM2cwfPhwnDt3DlZWVvj222/RtGlTuLq6YtKkSTh16hRcXFywYcMG9OjRA7Nnz5b2f/bsWdSpUwfPnz+Hqakp7O3tER8fjzlz5mDRokW4d+8e7OzsMHToUAwcOFBa79q1axg+fDiOHTuGrKwsBAYGYvPmzbCzs8PDhw9hamoKAFiyZAmCg4Oxd+9ejBo1Cv/++y88PDwwY8YMNGrUCAAQGhoKPT09pKamYvfu3ZgyZQpq166N/v3749KlSzA0NERAQAC2b9/+QZ8XFQyfg05ERERERMVWXFwcEhIS0LVr1xzzunbtiqZNmyI9PR1///03BEHA0aNHpS7uCQkJAIBdu3bh7NmzSE1NxWeffYY1a9YgNDQU9+7dQ+PGjbFo0SK0b98ely9fRpMmTaBUKuHq6goA2L17N5YtW4b58+fj1atXavv38/PDxYsXUbp0ady+fVu64OLm5oaDBw/C2dkZ0dHRaNGiBfz8/FC7dm08e/YMjRo1QnBwMNatWwcDAwPExMQAAP7+++8c27p+/TratGmDNWvW4IsvvsDWrVvxxRdfSPsFgHXr1mHLli1Yv349Xrx4gUaNGqF169Y4evQoMjIycOLEiSL+VEgbeFqSiIiIiIi06tGjRwAAJyenHPOcnJyQlZWF//77L99thIWFwczMDE5OTmjWrJn0CODVq1ejbt26CAoKgp6eHnx8fBAaGopt27ZJ62ZP09fXR4kSJQrU5vbt28PFxQWCIKB+/fpo2rQpoqOjAQA7duyAgYEBpkyZAlNTUxgaGqJ+/fp5bmvDhg0IDAzEl19+CX19fXTo0AF16tTBunXrpGWaNGmCpk2bQqFQoESJEjAwMMDNmzeRlJQEIyMj1K1bt0DtJt3GAp2IqJjI7sZHpEnMGcmBOfv02NjYAACSkpJyzEtKSoKenh6srKzy3YaDg4P0b1NTU6SmpgJ4fYV9586dsLS0lF7z58/Hw4cPpeWzr6QXxpo1a1C1alVYWVnB0tISO3fulE403Lx5Ex4eHgUeJPj27dtwd3dXm1amTBncvn07zzauWLECL168gL+/P8qXL48FCxYU+hhI97BAJ5IJ76MjTVIoFChVqhRzRhrFnJEcmLNPk6enJ9zc3NSuGGdbt24dateuDRMTEwCFfzKOi4sL2rVrh+TkZOmVmpqKgwcPSjkrbN4SExMREhKCGTNm4MGDB0hOTkaLFi2kQefc3NwQHx+f6yB0ue3L2dlZ6qqfLSEhAc7Oznmu5+HhgVWrVuHevXtYtmwZRowYIfUaoI8Xf/MRyYTjMZImiaKI1NRU5ow0ijkjOTBnnyZBEPDDDz8gIiICy5cvR1paGpKTkzF9+nSsX78eM2bMkJbNHqStoLp164aDBw9i06ZNyMjIQEZGBs6ePYvo6Oj3zllaWhpEUYSdnR0UCgV27tyJvXv3SvNbtmyJly9fIiwsDM+ePcOrV69w6NAhAICtrS0UCoXaMXTq1AnR0dH4/fffkZmZic2bN+Pw4cPo3Llznm1YtWoV7t+/D0EQYGlpCYVCAT09vfc6HtIdLNCJZMIvGqRJoiji8ePHzBlpFHNGcmDOPl3t2rXDpk2bEBkZCQcHB7i6uuLgwYM4dOgQPvvsM2m5yZMnY/DgwShZsiSmTZv2zu2WKlUKe/bswZIlS+Do6Ah7e3sMHDgQd+7cee+cVahQAd999x0aNGgAa2trbNiwAV988YU0X6lUYv/+/Th9+jRcXV3h6OiIhQsXAgBMTEwwYcIENG/eHJaWlli7di3Kli2LzZs3Y8KECbCyssKkSZOwZcsWlClTJs827N+/H5UrV4ZSqUSbNm0wc+bMD3o2POkGPmaNSMP4mDWSAx9LRHJgzkgOzBnJgTmjD6HJx6wxjUREREREREQ6gAU6EVExkT14DpEmMWckB+aM5MCckS7S13YDiD4V7D5FmqRQKGBvb6/tZlAxx5yRHJgzkgNzRrqKFQORTDjcA2mSKIpITk5mzkijmDOSA3NGcmDOSFexQCeSCf8AkCbxiwbJgTkjOTBnJAfmjHQVC3QiIiIiIiIiHcACnYiIiIiIiEgHsEAnIiomlEqltptAnwDmjOTAnJEcmDPSRRzFnUgmHMWdNEmhUMDGxkbbzaBijjkjOTBnJAfmjHQVKwYimahUKm03gYoxlUqFR48eMWekUcwZyYE5IzkwZ6SrWKATERUTaWlp2m4CfQKYM5IDc0ZyYM5IF7FAJyIiIiIiItIBvAedSMOyn6/59OlT3odOGqNSqZCamsqckUYxZyQH5ozkwJzRh3j69CmA//+eX5RYoBNp2OPHjwEAbm5uWm4JEREREREVldTUVFhYWBTpNlmgE2mYlZUVACAxMbHI/wcmyvb06VO4uLjg1q1bMDc313ZzqJhizkgOzBnJgTmjDyGKIlJTU+Hk5FTk22aBTqRh2d2mLCws+AeANM7c3Jw5I41jzkgOzBnJgTmj96WpC2+84YKIiIiIiIhIB7BAJyIiIiIiItIBLNCJNMzIyAgTJkyAkZGRtptCxRhzRnJgzkgOzBnJgTkjXSWImhgbnoiIiIiIiIgKhVfQiYiIiIiIiHQAC3QiIiIiIiIiHcACnYiIiIiIiEgHsEAnIiIiIiIi0gEs0Ik0aOHChXB3d4exsTE+++wz/P3339puEn3kDh8+jNatW8PJyQmCIGDr1q1q80VRRFhYGBwdHWFiYoJGjRrh2rVr2mksfZQiIiJQvXp1mJmZwc7ODm3btsXVq1fVlmHO6EMtWrQIlSpVgrm5OczNzREQEIBdu3ZJ85kx0oRp06ZBEAQMGTJEmsaska5hgU6kIRs2bMCwYcMwYcIEnDlzBpUrV0bTpk3x4MEDbTeNPmLPnj1D5cqVsXDhwlznz5gxA/PmzcPixYtx4sQJmJqaomnTpnjx4oXMLaWP1Z9//okBAwbg+PHj2LdvHzIyMtCkSRM8e/ZMWoY5ow/l7OyMadOm4fTp0zh16hQaNGiANm3a4OLFiwCYMSp6J0+exJIlS1CpUiW16cwa6RyRiDSiRo0a4oABA6Sfs7KyRCcnJzEiIkKLraLiBIC4ZcsW6WeVSiU6ODiIM2fOlKYlJyeLRkZG4rp167TQQioOHjx4IAIQ//zzT1EUmTPSnJIlS4rLli1jxqjIpaamiuXKlRP37dsn1qtXT/zmm29EUeTvM9JNvIJOpAGvXr3C6dOn0ahRI2maQqFAo0aNcOzYMS22jIqzGzdu4N69e2q5s7CwwGeffcbc0XtLSUkBAFhZWQFgzqjoZWVlYf369Xj27BkCAgKYMSpyAwYMQMuWLdUyBfD3GekmfW03gKg4evToEbKysmBvb6823d7eHleuXNFSq6i4u3fvHgDkmrvseUSFoVKpMGTIENSuXRs+Pj4AmDMqOufPn0dAQABevHgBpVKJLVu2oEKFCjh69CgAZoyKxvr163HmzBmcPHkyxzz+PiNdxAKdiIiIcjVgwABcuHABf/31l7abQsWQl5cXYmNjkZKSgt9++w0hISH4888/td0sKkZu3bqFb775Bvv27YOxsbG2m0NUIOziTqQBNjY20NPTw/3799Wm379/Hw4ODlpqFRV32dli7qgoDBw4EDt27MChQ4fg7OwsTWfOqKgYGhqibNmy8Pf3R0REBCpXroy5c+cyY1RkTp8+jQcPHqBq1arQ19eHvr4+/vzzT8ybNw/6+vrSlXNmjXQJC3QiDTA0NIS/vz8OHDggTVOpVDhw4AACAgK02DIqzkqXLg0HBwe13D19+hQnTpxg7qjARFHEwIEDsWXLFhw8eBClS5dWm8+ckaaoVCq8fPmSGaMi07BhQ5w/fx6xsbHSq1q1aggODkZsbCzKlCnDrJHOYRd3Ig0ZNmwYQkJCUK1aNdSoUQM//vgjnj17hh49emi7afQRS0tLw/Xr16Wfb9y4gdjYWFhZWcHV1RVDhgzB999/j3LlyqF06dIYP348nJyc0LZtW+01mj4qAwYMwNq1a/H777/DzMxMug/TwsICJiYm0jOEmTP6EGPGjEHz5s3h6uqK1NRUrF27FtHR0dizZw8zRkXGzMxMGj8jm6mpKaytraXpzBrpGhboRBrSqVMnPHz4EGFhYbh37x6qVKmC3bt35xiIhKgwTp06hfr160s/Dxs2DAAQEhKCqKgojBw5Es+ePcP//vc/JCcno06dOti9ezfvvaMCW7RoEQAgMDBQbXpkZCRCQ0MBgDmjD/bgwQN0794dd+/ehYWFBSpVqoQ9e/agcePGAJgxkg+zRrpGEEVR1HYjiIiIiIiIiD51vAediIiIiIiISAewQCciIiIiIiLSASzQiYiIiIiIiHQAC3QiIiIiIiIiHcACnYiIiIiIiEgHsEAnIiIiIiIi0gEs0ImIiIiIiIh0AAt0IiIiIiIiIh3AAp2IiIiIiIhIB7BAJyIiIiIiItIBLNCJiIiIiIiIdAALdCIiIiIiIiIdwAKdiIiIiIiISAewQCciIiIiIiLSASzQiYiIiIiIiHQAC3QiIiIiIiIiHcACnYiIiKiI7d69G1WqVIGxsTEEQUBycrJG9xcdHQ1BEBAdHS1NCw0Nhbu7u0b3qykqlQo+Pj6YMmVKkW2zZs2aGDlyZJFtj4hIE1igExER6bCoqCgIgiC9jI2N4enpiYEDB+L+/fvabt4Hu3TpEiZOnIiEhARtN6XIPH78GEFBQTAxMcHChQuxevVqmJqa5rrs25/vm6/Ro0fL3HLdsW7dOty6dQsDBw6Upt25cwctW7aEubk5KlSogO3bt+dYb/PmzbCzs0NKSkqOeaNGjcLChQtx7949jbadiOhD6Gu7AURERPRukyZNQunSpfHixQv89ddfWLRoEXbu3IkLFy6gRIkS2m7ee7t06RLCw8MRGBj40V7tfdvJkyeRmpqKyZMno1GjRgVaJ/vzfZOPj0+B91m3bl2kp6fD0NCwUG3VVTNnzkTnzp1hYWEhTQsJCcGdO3cwffp0xMTEoGPHjrhy5YqUmxcvXmDEiBH4/vvv1dbL1qZNG5ibm+Onn37CpEmT5DoUIqJCYYFORET0EWjevDmqVasGAOjduzesra0xZ84c/P777+jSpcsHbfv58+cfdZGvax48eAAAsLS0LPA6b36+70OhUMDY2Pi91y+IZ8+e5dkToCidPXsW586dw+zZs6Vp6enpOHjwIKKjo1G3bl307dsXR48exZ49e9CnTx8AwKxZs2BhYYHevXvnul2FQoEOHTpg1apVCA8PhyAIGj8WIqLCYhd3IiKij1CDBg0AADdu3JCm/fLLL/D394eJiQmsrKzQuXNn3Lp1S229wMBA+Pj44PTp06hbty5KlCiBsWPHAnh9BXLixInw9PSEsbExHB0d8eWXXyI+Pl5aX6VS4ccff0TFihVhbGwMe3t79OnTB0+ePFHbj7u7O1q1aoW//voLNWrUgLGxMcqUKYNVq1ZJy0RFRaFjx44AgPr160tdu7Pvo/7999/RsmVLODk5wcjICB4eHpg8eTKysrJyvB8LFy5EmTJlYGJigho1auDIkSMIDAxEYGCg2nIvX77EhAkTULZsWRgZGcHFxQUjR47Ey5cvC/S+//rrr9J7bGNjg6+++gp37txRe39DQkIAANWrV4cgCAgNDS3QtnNz8+ZN9O/fH15eXjAxMYG1tTU6duyY45aA3O5Bf1teyyQkJEAQBERFRUnTQkNDoVQqER8fjxYtWsDMzAzBwcEACp6BU6dOoWnTprCxsYGJiQlKly6Nnj17vvOYt27dCkNDQ9StW1ea9uLFC4iiiJIlSwIABEGApaUlnj9/DuB19/dp06Zh7ty5UCjy/nrbuHFj3Lx5E7Gxse9sBxGRNvAKOhER0Ucou2i2trYGAEyZMgXjx49HUFAQevfujYcPH2L+/PmoW7cuzp49q3Y19/Hjx2jevDk6d+6Mr776Cvb29sjKykKrVq1w4MABdO7cGd988w1SU1Oxb98+XLhwAR4eHgCAPn36ICoqCj169MDgwYNx48YNLFiwAGfPnkVMTAwMDAyk/Vy/fh0dOnRAr169EBISghUrViA0NBT+/v6oWLEi6tati8GDB2PevHkYO3YsvL29AUD6b1RUFJRKJYYNGwalUomDBw8iLCwMT58+xcyZM6X9LFq0CAMHDsTnn3+OoUOHIiEhAW3btkXJkiXh7OwsLadSqfDFF1/gr7/+wv/+9z94e3vj/Pnz+OGHHxAXF4etW7fm+55nH3f16tURERGB+/fvY+7cuYiJiZHe4++++w5eXl74+eefpW7r2e9dflJSUvDo0SO1aTY2Njh58iSOHj2Kzp07w9nZGQkJCVi0aBECAwNx6dIljfZ8yMzMRNOmTVGnTh3MmjVL2ldBMvDgwQM0adIEtra2GD16NCwtLZGQkIDNmze/c79Hjx6Fj4+PWpZKliwJDw8PTJ06FVOnTsXRo0cRGxuL+fPnAwBGjhyJ5s2bqxX1ufH39wcAxMTEwM/P733fGiIizRGJiIhIZ0VGRooAxP3794sPHz4Ub926Ja5fv160trYWTUxMxNu3b4sJCQminp6eOGXKFLV1z58/L+rr66tNr1evnghAXLx4sdqyK1asEAGIc+bMydEGlUoliqIoHjlyRAQgrlmzRm3+7t27c0x3c3MTAYiHDx+Wpj148EA0MjIShw8fLk379ddfRQDioUOHcuz3+fPnOab16dNHLFGihPjixQtRFEXx5cuXorW1tVi9enUxIyNDWi4qKkoEINarV0+atnr1alGhUIhHjhxR2+bixYtFAGJMTEyO/WV79eqVaGdnJ/r4+Ijp6enS9B07dogAxLCwMGla9md28uTJPLf39rK5vfJ6D44dOyYCEFetWiVNO3ToUI73MSQkRHRzc8t3GVEUxRs3bogAxMjISLV1AYijR49WW7agGdiyZUuB34O3OTs7i+3bt88x/cCBA2LJkiWl92fIkCGiKIpiTEyMaGJiIiYkJBRo+4aGhmK/fv0K3S4iIjmwizsREdFHoFGjRrC1tYWLiws6d+4MpVKJLVu2oFSpUti8eTNUKhWCgoLw6NEj6eXg4IBy5crh0KFDatsyMjJCjx491KZt2rQJNjY2GDRoUI59Z9+r++uvv8LCwgKNGzdW24+/vz+USmWO/VSoUAGff/659LOtrS28vLzw77//FuiYTUxMpH+npqbi0aNH+Pzzz/H8+XNcuXIFwOtu1I8fP8bXX38Nff3/7xgYHBwsdYfO9uuvv8Lb2xvly5dXa3/27QJvt/9Np06dwoMHD9C/f3+1e71btmyJ8uXL448//ijQMeVl4cKF2Ldvn9rr7fcgIyMDjx8/RtmyZWFpaYkzZ8580D4Lol+/fmo/FzQD2T02duzYgYyMjELt8/Hjxzk+O+D1bR2JiYk4fvw4EhMT8cMPP0ClUmHw4MEYPnw43NzcsGjRIpQvXx5eXl5YvHhxrtsvWbJkjt4KRES6gl3ciYiIPgILFy6Ep6cn9PX1YW9vDy8vL+le22vXrkEURZQrVy7Xdd/sKgwApUqVyjHad3x8PLy8vNSK3Lddu3YNKSkpsLOzy3V+9uBo2VxdXXMsU7JkyRz3Kufl4sWLGDduHA4ePIinT5+qzct+jNbNmzcBAGXLllWbr6+vn2NU+GvXruHy5cuwtbUtUPvflL0fLy+vHPPKly+Pv/76K/+DeYcaNWrkOkhceno6IiIiEBkZiTt37kAURWlebo8SK0r6+vpqtwgABc9AvXr10L59e4SHh+OHH35AYGAg2rZti65du8LIyOid+37zON+kVCrx2WefST9HRkbi3r17GD16NPbv349vv/0Wv/zyCwRBQNeuXeHl5YX69evn2DYHiCMiXcUCnYiI6COQVwEHvL63WhAE7Nq1C3p6ejnmK5VKtZ/fvCpbGCqVCnZ2dlizZk2u898ufHNrC5B38fWm5ORk1KtXD+bm5pg0aRI8PDxgbGyMM2fOYNSoUVCpVO/Vfl9fX8yZMyfX+S4uLoXepqYNGjQIkZGRGDJkCAICAmBhYQFBENC5c+dCvwd5FaW5DboHvO5p8faAawXNgCAI+O2333D8+HFs374de/bsQc+ePTF79mwcP348RybfZG1tXaCTOE+fPsV3332HWbNmwdTUFOvWrUOHDh3Qtm1bAECHDh2wZs2aHAV6cnIybGxs3rl9IiJtYIFORET0kfPw8IAoiihdujQ8PT3fexsnTpxARkZGjivuby6zf/9+1K5d+72L/LflVTRGR0fj8ePH2Lx5s9rAX2+OWg8Abm5uAF4PSPdmIZaZmYmEhARUqlRJrf3nzp1Dw4YNC30FNXs/V69elbrEZ7t69ao0v6j99ttvCAkJUXvk2IsXL5CcnFzobWV3G3973ezeAQVR2AzUrFkTNWvWxJQpU7B27VoEBwdj/fr1eT4KDXjdI+Htzzk32YPwZY8un5SUpDbwm5OTU47R2u/cuYNXr15JAxESEeka3oNORET0kfvyyy+hp6eH8PDwHFenRVHE48eP37mN9u3b49GjR1iwYEGOednbDAoKQlZWFiZPnpxjmczMzPcqGrOfq/32utlX3988nlevXuGnn35SW65atWqwtrbG0qVLkZmZKU1fs2ZNjquwQUFBuHPnDpYuXZqjHenp6Xj27Fme7axWrRrs7OywePFitUey7dq1C5cvX0bLli3fcaTvR09PL8dnOn/+/DyveufHzc0Nenp6OHz4sNr0t9/T/BQ0A0+ePMnR7ipVqgDAOx9pFxAQgAsXLuS7XFxcHBYsWIC5c+dKJ1vs7e2lsQkA4PLly3BwcFBb7/Tp0wCAWrVq5dsGIiJt4RV0IiKij5yHhwe+//57jBkzRnrEmJmZGW7cuIEtW7bgf//7H0aMGJHvNrp3745Vq1Zh2LBh+Pvvv/H555/j2bNn2L9/P/r37482bdqgXr166NOnDyIiIhAbG4smTZrAwMAA165dw6+//oq5c+eiQ4cOhWp7lSpVoKenh+nTpyMlJQVGRkZo0KABatWqhZIlSyIkJASDBw+GIAhYvXp1jqLP0NAQEydOxKBBg9CgQQMEBQUhISEBUVFR8PDwULtS3q1bN2zcuBF9+/bFoUOHULt2bWRlZeHKlSvYuHEj9uzZk+dtBAYGBpg+fTp69OiBevXqoUuXLtJj1tzd3TF06NBCHXdBtWrVCqtXr4aFhQUqVKiAY8eOYf/+/dLj9QrDwsICHTt2xPz58yEIAjw8PLBjx458771/W0EzsHLlSvz0009o164dPDw8kJqaiqVLl8Lc3BwtWrTIdx9t2rTB5MmT8eeff6JJkya5LjN06FB06tQJNWrUkKZ16NABbdq0wdixYwEA27dvx44dO9TW27dvH1xdXfmINSLSXVoZO56IiIgKpDCP7Nq0aZNYp04d0dTUVDQ1NRXLly8vDhgwQLx69aq0TL169cSKFSvmuv7z58/F7777TixdurRoYGAgOjg4iB06dBDj4+PVlvv5559Ff39/0cTERDQzMxN9fX3FkSNHiklJSdIybm5uYsuWLXPso169emqPPhNFUVy6dKlYpkwZUU9PT+0xYDExMWLNmjVFExMT0cnJSRw5cqS4Z8+eXB8VNm/ePNHNzU00MjISa9SoIcbExIj+/v5is2bN1JZ79eqVOH36dLFixYqikZGRWLJkSdHf318MDw8XU1JS3vUWixs2bBD9/PxEIyMj0crKSgwODhZv376ttsz7PGYtr2WfPHki9ujRQ7SxsRGVSqXYtGlT8cqVK6Kbm5sYEhIiLVeQx6yJoig+fPhQbN++vViiRAmxZMmSYp8+fcQLFy7k+pg1U1PTPNv9rgycOXNG7NKli+jq6ioaGRmJdnZ2YqtWrcRTp0698z0RRVGsVKmS2KtXr1zn/fHHH6JSqVTLW7aIiAjRyclJdHR0FKdPn642LysrS3R0dBTHjRtXoDYQEWmDIIoFGKmFiIiI6COiUqlga2uLL7/8Mtcu7aTbVq9ejQEDBiAxMVF6ZNuH2rp1K7p27Yr4+Hg4OjoWyTaJiIoa70EnIiKij9qLFy9ydH1ftWoV/vvvPwQGBmqnUfRBgoOD4erqioULFxbZNqdPn46BAweyOCcincYr6ERERPRRi46OxtChQ9GxY0dYW1vjzJkzWL58Oby9vXH69Okcz3wnIiLSVRwkjoiIiD5q7u7ucHFxwbx58/Dff//BysoK3bt3x7Rp01icExHRR4VX0ImIiIiIiIh0AO9BJyIiIiIiItIBLNCJiIiIiIiIdAALdCIiIiIiIiIdwAKdiIiIiIiISAewQCciIiIiIiLSASzQiYiIiIiIiHQAC3QiIiIiIiIiHcACnYiIiIiIiEgHsEAnIiIiIiIi0gEs0ImIiIiIiIh0AAt0IiIiIiIiIh3AAp2IiIiIiIhIB7BAJyIiIiIiItIBLNCJiIiIiIiIdMD/Abp6gFI1hfgD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676" name="AutoShape 4" descr="data:image/png;charset=utf-8;base64,iVBORw0KGgoAAAANSUhEUgAAA+gAAAJYCAYAAADxHswlAAAAOXRFWHRTb2Z0d2FyZQBNYXRwbG90bGliIHZlcnNpb24zLjguNCwgaHR0cHM6Ly9tYXRwbG90bGliLm9yZy8fJSN1AAAACXBIWXMAAA9hAAAPYQGoP6dpAADqBklEQVR4nOzdeVxO6f8/8Ne527SnpETJVooWVIMMWWayNRifaSyD0Ni3sY4xyDb2nWHGboaxMxiMrcbI2CKMydZIlqYIJUJ1n98ffp1vt3Y6577l9Xw87gfdZ7vO6VXd73Oucx1BFEURRERERERERKRVKm03gIiIiIiIiIhYoBMRERERERHpBBboRERERERERDqABToRERERERGRDmCBTkRERERERKQDWKATERERERER6QAW6EREREREREQ6gAU6ERERERERkQ5ggU5ERERERESkA1igExEREREREekAFuhEREREREREOoAFOhEREREREZEOYIFOREREREREpANYoBMRERERERHpABboREREVKqEhIRAEAQIgoCAgACNadnvC4KAtWvXaqV9VDp9/fXXUra2bt2q7eYoYuDAgdI+HzhwQNvNISoVWKATEVGJiIiIKLD4efToEfz8/KTpKpUKy5Yt005j83Hnzh0MGzYMtWrVgqmpKYyMjGBvbw8PDw98/vnnmD59Oh49eqSxTFhYmLRPzs7Oird57dq1Gsdd1wUEBGi0N79XXFyctpuq03KehMj5MjIygoODAwIDA7FmzRqo1WptN/W9cO/ePSxatAgAUK1aNXTs2FGa9vDhQ6xZswY9evSAt7c37O3tYWBgAGtrazRq1AiLFy/Gy5cv8133oUOH8Mknn6B8+fIwNDRExYoV0alTJ5w9ezbXvJmZmdi5cyeGDh2K+vXrw8nJCWXKlIGZmRk8PT0xZswYJCUl5Vru7t27WLZsGTp16gQPDw/Y2trCwMAAtra2aNGiBdavXw9RFHMtN3z4cOjp6QEAvvnmmzznIaJiEomIiEpAeHi4CEB6rVmzRpqWlJQkenl5SdNUKpW4evVq7TU2D1FRUaKlpaXGPuT1On/+vMZyEydOlKZVrlxZ8XavWbNGo326rkmTJoUeYwDizZs333gb+/fvF2fPni3Onj1b3LRpk8a0/DL6runRo0eRjmOXLl203dT3wuDBg6VjPn/+fI1pv/zyS6HfJz8/P/HJkye51jt+/Ph8l1GpVOKKFSs05k9ISCh0W7a2tuLff/+tsdz06dMLXS4oKEjMzMzM1cZPPvlEmmf79u1vfzCJ3nP6b1zZExERFcF///2H5s2b459//gEA6OnpYf369ejSpYuWW6ZpwIABSElJAQCYmpri888/R9WqVZGRkYHr16/jzz//xO3bt7Xcyv+TmpoKCwsLbTfjrZQtWxbffPNNntOsra3feL0tW7ZEy5Yt33j5kvTkyROYm5vLvp3Zs2dDrVbj1q1b+Omnn/DkyRMAwMaNGzFmzBh4enrK3ob3VXp6OtavXw8AUKlUCA4OznO+smXLolWrVnBzc0NiYiJ++ukn6XfO6dOnMWPGDEydOlWaf8+ePZgyZYr0dcuWLdGoUSP89ttv+Ouvv6BWq9G/f3/4+PjA29tbY1sGBgZo0aIFfH19kZGRga1bt+LGjRsAgPv376Nv3744fvx4rjba29ujdevWqFq1KuLi4vDzzz/j+fPnUnvWrFmD0NBQjWU6deqE3bt3AwB++OEHfPrpp8U5fET0Om2fISAiotIhryvot2/fFl1cXKT3DAwMxG3btuW5/PPnz8XFixeLH374oVi2bFnRwMBAtLe3F//3v/+JJ06c0Jh3woQJ0jorVaokZmVlaUz/+++/Ndpy8uTJAtuekpKiMf/atWvznO/06dPi/fv389zfvF7ZV2j//fdfcejQoWKjRo3ESpUqiSYmJqKhoaHo4OAgtm3bVty9e3eubb1+Zfzp06fiN998I1apUkXU19cX27VrV+j2J06cKIpiwVf5b968qbFMeHi4NO315R49eiQOGTJErFixomhoaCi6ubmJixcvFtVqdYHHN6ecV9CL0uMgPDxc7NWrl1inTh3R3t5eNDQ0FI2NjcVq1aqJISEh4sWLF3Mtk/PqcpMmTTSm5fX9Kclj9ODBA3HAgAFixYoVRZVKpXE1NSUlRfzuu+9EPz8/0cLCQjQwMBAdHR3FHj165LqiWZjXr6DntGzZMo1pv/zyS67li/PzJoqimJycLI4aNUps1qyZWLlyZdHMzEw0MDAQy5cvL7Zo0UJcv359njn49ddfxcDAQLF8+fKivr6+aG5uLlatWlVs166d+N133+X62X327Jk4b948sWHDhqKVlZW0jVatWombN2/Otf7Xfw5jY2PFpUuXih4eHqKRkZFoa2sr9u7dW3z48GGuZdesWSM2adJEtLGxEfX19UUrKyvRxcVFDA4OFpcuXVro9yDbzz//LG2/YcOGuaYfOnRIXLx4sfjs2TON92NiYkQjIyNp2bp162pM9/X1lab5+/tL77948UKsUqWKNC04OFiadv/+fXHYsGFiQkKCxrqePXsm1qxZU+NYpaSkSNM3bNgg/vTTT2JGRobGckePHtVY5tNPP821f0+ePBENDQ2lq/rx8fFFOGpElB8W6EREVCJe/6A8ceJEjQ+RRkZGeRaioviqC7y3t3eBXTkXLFggzX/v3j3RwMBAmv7bb79prC9nAe/u7l5o25OTkzW2N3LkyDy7cha0vwUV6Hv27Cl03kmTJmms//UC/cMPP9T4WukC3dbWVqxdu3ae2xk8eHChxzhbcQv0ESNGFLiPhoaG4qFDhzSW0VaBXq5cuVxFUHaBfu3aNdHZ2Tnf/TAyMhK3bNlS5ONYUIG+e/dujWmvH5/i/ryJoiheunSp0Lz17NlTY5nXM5zXKz09XZo/ISFBrFWrVoHzd+zYUaOIfP3nsFGjRnku17hxY4225fy+5fWys7Mr8veie/fuGr87iqNevXrSsrVr19Y4FjnbM3fuXI3lcnapNzU1zXWiIy+v/yw9ePCgSG20sbGRlmnbtm2h+/Eu3zpCpAvYxZ2IiGQxefJkacAgY2Nj7Nq1Cx9//HGe83br1g3R0dEAAHNzc3Tp0gWVKlVCZGQkDhw4ALVaja+++go+Pj7w9/dHhQoV0LFjR2zatAkAsHLlSrRu3VpaX84RlHv27FloW62trVG5cmXcunULADBnzhysWbMG/v7+qFOnDho0aICAgAAYGRlJy1SrVg2zZ8/GwYMHcejQIQC5u2z7+voCAPT19eHt7Q0fHx/Y2trCwsICT58+RWRkJMLDwwEAU6ZMQe/evVGxYsU82/jnn3/igw8+wEcffYSnT5/CysoKjRo1wtmzZ7F582ZpvtmzZ0v/b9iwYaH7XlT3799Hamoq+vXrBysrK/z888+4c+cOAGDx4sXo2LEjmjRpUqx1pqamYs6cObned3R0xOeffw7g1e0GTZo0gYeHB6ytrWFsbIzk5GT89ttviImJwcuXLzFkyBDpFgptevDgAR48eIAWLVrA398f9+/fh52dHbKystChQwdp4DtbW1t06dIF1tbW+P3333HixAm8ePEC3bt3R7169VC1atU32r5arUZ8fDyWLFkivefg4IBGjRppzFfcnzfgVddtNzc3+Pn5wd7eHlZWVnj+/DnOnz+PPXv2QBRFrFmzBv369YOfnx8AaAwC6evri7Zt2yIzMxO3b9/GqVOnEBMTo9Gurl274vLly9LX//vf/+Du7o5Dhw7hr7/+AgBs374d3333HSZMmJDnMTh+/DiaN2+Ohg0bYteuXbh06RIA4NixYzh58iTq16+fq20tWrRAQEAAnj59itu3b+P48eNIT08v8nH/888/pf/7+PgUebkXL15oDIaYfdwA4OLFixrzvp6JnF8/ffoUsbGxqFGjRoHbu3LlisbyNjY2hbbxv//+k7rhv97GnHx9fREVFQXg1fEICQkpdN1ElA9tnyEgIqLSoaAryhs3bsx3uQsXLmjMe/ToUY3prVu3lqZ16NBBej8yMlJ638DAQPzvv/9EUdS80qevry+9X5gdO3aIgiDkuw+WlpbipEmTcl1ZL84gcVevXhU3bdokLl68WJwzZ444e/Zs0cTERFp+/fr10ryvX3389NNP87xKVpRB4kri6jAAccOGDRrL5ezF0LVr1wL3PVtRBol7/ap3VlaWeOrUKXHt2rXiggULxNmzZ4vDhw/XWCZnt1ptXUEHIA4bNizXPv/666/SdD09PfHatWvStMzMTNHDw0Oa/tVXXxXpOBZlkDgXFxcxOjpaY7k3/XnLduvWLXHbtm3ikiVLpAxXrFhRWmby5MnSvJ6entL7f/31V6513bx5U8r0+fPnNdo1evRojWPUoEEDaZq1tbW03Ou/dzp06CB1tU9OThb19PSkaYsWLZLWaWFhIb3/endwURTF2NjYQr8H2W3L+XsjMjKySMuJoij2799fWs7Y2FiMiYmRpr0+sNyRI0c0ll25cqXG9LyOb06bNm3SmD+/23hyysjIEIOCgqRlypcvLyYlJeU579SpU/P9mSOi4uEVdCIikt2ECRPQqFEjODo65poWGRmp8XWzZs3yXc+JEyek/zds2BB169bFuXPnkJGRgbVr12LMmDEaV89bt24NOzu7IrWxQ4cOOHr0KKZMmYKIiIhcj6dKSUnBxIkToVarERYWVqR1ZouLi0PXrl012p+X7CvSefnmm2+gUmnv6agGBgbSVW0AcHZ2RqNGjaQeANlXz0raoUOHEBoaivj4+ALnu3PnTp75Utq3336b672cGc/KyoKLi0u+yxeWkaIyNTXFt99+Cy8vr3zbAhT95y05ORk9evTAb7/9VuB2c2b4ww8/lK4Ef/TRR2jQoAFq1KgBd3d3NG7cGB4eHtK82VfIs/Xo0UP6v56eHr744gtpnocPH+Lq1atwc3PLtf3+/ftLjxu0trZGuXLlkJiYCAAaj0j88MMPpX2pXbs2PvjgA9SoUQO1atVC06ZNUb169QL3M1tycrLGo8WKMrhhRkYG+vXrh9WrVwN49bP1yy+/oGbNmvkuk3MbeX1dkB9++AGDBg2Svh41apTG8c3LkydP8Pnnn2P//v0AXvW02L17N2xtbfOcP+fV+Pv37xe5bUSUG5+DTkREssjZBfPGjRto0qRJns+2fvjwYZHX+foHvyFDhkj/X7VqFQDN7u29evUq8rqBV8/oPnLkCB4+fIj9+/cjLCwsV5fV+fPnF2udANC+ffsiFV4vXrzId1pBH96L4/UP9gVtMycbGxvpecfZcp78ePz4cbHbUrlyZYivxsPReEVERAB49Wzp9u3bF1qcA0Xfj6J402NUrly5PLsNv03Gi2r27Nn49ttvpZ+7p0+fonv37li3bl2JtKV3796FFueA5rH67rvv0KpVKwBAWloaDh06hO+//x6DBg2Cp6en1K08r3a9fmLt9a9zFts5OTs7a3yd87aUnCfdli1bJnV3T05Oxr59+7Bw4UL06dMHNWrUwOeffy7LM+QfP36Mli1bSsW5iYkJdu7ciXbt2mnM93qOskflz+/rcuXK5dqWWq3GyJEj0a9fP2RmZgIAJk6ciFmzZhXYxtu3b6NRo0ZScW5ra4sjR47ggw8+yHeZ4pwwIKKC8Qo6ERHJ4ttvv8XZs2fx/fffAwBu3ryJJk2a4OjRo6hWrZo03+tXnCZPngxjY+MibaNTp04YNWoU7t+/j+vXr2PJkiXSfa3ly5dHmzZt3qjtlpaW0qO6Jk6ciN69e0sfqFNTU5GYmFjkK/NXr17FhQsXpK+7dOmCWbNmwcHBAYIgoHz58kUqykxNTd9oXwBoXHl//d7a69evF2kdycnJyMrK0ijSs69MAoCVldUbty8/e/bswbNnz6Sv586di969e8PS0hL//PMPatWqVWLbKoljlN/3KGfGy5Qpo/HorNdZWloWaVuvGzlyJABg6NCh8Pb2xt27dwEAI0aMQPv27aX1vsnP29OnT7F3717p6+bNm+PHH39E5cqVoaenBz8/P5w5cybXchYWFti3bx/u3LmDkydP4tq1a/jnn3+wc+dOPHv2DH/88QdmzZqFSZMm5WpXYmKiRpGaM2vAq/Ee8mJgYKDxdfbV9Nc5Ojrir7/+wo0bN3D69Glcv34dly5dwq+//orMzExs2bIFLVu2LHQMC2trawiCIBWo+Z04AIB///0Xbdq0ke4Ft7Ozw549e6SxKnJ6/bF4//77r8bXsbGx0v9NTU1z3aP+7NkzdOnSBb/++iuAV8dl+fLlhZ60PHv2LD755BMkJCQAAFxcXLBv3z6N39l5yXmCJb+r7ERUNCzQiYhIFoIgYOnSpTA0NMSCBQsAAPHx8VKRnt3N9/WBzMqVK4f+/fvnWt/ly5dzffg1MjLCl19+ie+++w7Aq66b2bp16wZ9/aL/mevRoweGDBmCevXq5ZpmZmYm/V+lUmk81zpnQZCzmMyWnJys8fX//vc/aSC4iIiIt+4O+npB8uzZM5iYmGi8l7N4vn//PmJjY1GtWjW8ePEiz0Ha8pKRkYHNmzdLz6+Pi4vTeI5yXsftbb1+7Hr27CkVmlu2bCnRbZXEMcpPzow/f/4ctWrVkq4s53Tq1CmNK75voly5cpg6dapUWCYnJ2PBggWYOHFirrZkz1/Yz1tKSgqysrKkaW3atJEKwqtXr+Ya0Czb33//DVdXV1SqVAn/+9//pPeHDh2KRYsWAQDOnTuXZ7vWrVuHmTNnAnh1W8DPP/8sTbO2toarq2thh6JAFy5cgIeHB6pXr67Rnb1du3bSM73PnTtXaIGur68PJycnaYDJ27dvo0GDBrnmi4yMRPv27fHgwQMAgLu7O/bt24fKlSvnuV47Ozv4+fnh9OnTAIAdO3Zg+PDhAF71UtizZ480b9u2bTVOMCUkJCAoKEi67cTS0hLbtm1DixYtCtyXnTt34osvvpB+j3344YfYtWtXkbrt3759W/r/mw5ySESvsEAnIiJZzZ8/H0ZGRtKH7bt370pFupubG7y8vPDRRx9JI6EPGjQI+/fvR7169aBSqXDr1i2cOHECMTExmDhxYq4Rqfv3749Zs2YhMzMTz58/l94vyujtOa1fvx7r169HtWrV0KhRI1StWhWCIODChQvYsWOHNF/jxo01CuCco67fv38fPXv2hLu7OwRBwMCBA1G9enWoVCqpu+zQoUMRHR2N5ORkrFmzplhtzMvro7536dIFDRs2hEqlQrdu3WBnZ5frCp2/vz+aNGmCc+fO4caNG0XeVq9evfDnn39Ko7hnZGRI00JDQ99uR/LwehHWpk0btGrVChcvXsS2bdtKdFsldYzy0qZNG7i5uUm9O9q3b49PP/0U7u7uUKvViI2NxbFjx3Dr1i2sWbMG3t7eb7W9L774AmFhYVLRuGjRIowYMQJmZmZv9PNWvnx5WFlZSbcxTJ06FUlJScjMzMTq1avzvQVg5MiROH36NJo3bw5HR0fY2tri3r17GrnPPjHi5eWF5s2b48iRIwCAWbNm4d9//0WtWrVw8OBBjXvUhw4d+tbjMXz++edISUlB06ZNUbFiRVhbWyM2Nhb79u3L1bbC+Pv7S8f63LlzCA4O1ph+4sQJNG/eXDpOhoaG6NChg8btONmye0IAwPjx4xEUFATgVYHfqlUrNGrUCHv37pVu+9DX18fXX38tLfP48WP4+flpjAXQvn17REdHSyP35zwG2eM2bN26FZ06dZJ+T1laWiIwMFDqOZTN0tISX375Za52nz17Vvr/hx9+mNdhIqKi0s7YdEREVNq8Ppry68/C/fbbbzWmly9fXrx48aIoiqKYmJhY4HOZs1/Zz/V+3f/+9z+N+Xx9fYvd/sK2jf8/evSlS5c0lktISNAYiT3n6/79+6IoimK/fv3ynN68eXONEbBz7l9RRmcXRVF8/vy5WKFChTzXf+bMGWm+15+jnv3KOWo3Chih3M7OTuNZxzlfAwYMKPJxLs5z0F++fKkxwnnO1+ujmOds95uM4l4Sx6ig/bl69WqBz0HPr035Keg56KIoikuWLNGYPnPmTGnam/y8zZgxI895ateurZGLHj16SMsEBgYWuP4yZcqIp0+fluZPSEgQ3d3dC1ymsOeg37x5U+M4VK5cOc/9cXV1LfRnPS4urkjfi5w/q68/b/316YW9Xjd+/Ph851WpVOKKFSs05n/9iQMFvQp6GkF+r7wy/uTJE9HQ0FAEIAqCIN66datIx42I8sZB4oiISBFTpkzRuPc2KSkJTZs2RXR0NMqXL49Tp05h2bJlaNasGcqVKwc9PT2YmpqiZs2a+OKLL7BhwwaNLuw55RwsDij+4HDAqytfs2fPlq52Zg+KZm5ujjp16mD06NG4fPkyateurbGcvb099uzZA39//3zvQV68eDEmT56MypUrw8DAAE5OThg1ahT27NlTrG74eTEyMsK+ffvw8ccfw8LCIt/5du/ejdDQUNja2sLIyAienp5YuXKlxjOzC1KmTBmEh4fjq6++QqVKlWBoaAhXV1csXLiwyOsoLgMDAxw9ehQhISGwsbGBkZERateujR9//LHYI+kXxdseo4K4uLjg4sWLmDVrFho2bIiyZctK+fL09ERoaCh27twp3ULwtnr37q0xTsK8efOke+vf5OdtzJgxWLp0KVxcXGBgYAB7e3t8+eWX+OOPPzRuAclp1KhRGDp0KOrXr4+KFSvC0NAQRkZGqFq1Knr06IHTp09r9Fywt7fHmTNnMHfuXDRo0ACWlpbQ19eHra0tWrZsiU2bNmHbtm1v/TMDANOnT0e/fv1Qr1492Nvbw8DAACYmJqhZsyYGDBiAqKiofLufv+6zzz6Tbns5fvx4rvvl38bkyZNx8OBBtGnTBuXKlYOBgQEqVKiA4OBgnDp1SpaeK8W1Z88evHz5EsCrZ8o7OTlpuUVE7zZBFDnsIhERvdsSEhJQsWJFiKIIY2Nj3Lt3T5ZBy943YWFhmDRpEoBXI67nNQo/EQEDBw6UBsRctGgRBg8erOUWKSfnffvbtm1Dx44dtdwioncbr6ATEdE7KyIiAr/99ht69OghjaLctWtXFudEpKixY8eiTJkyAIAlS5bI8og2XRQbGys9fs/b2xuffvqplltE9O5jgU5ERO+spk2bom3bttKAV2XLlpVGqyYiUkqlSpWkW22uXbumMbBkaTZv3jxphP/p06fn+1g7Iio6dnEnIqJ3VvaHwbJly6JBgwaYMWMGPDw8tNyq0oNd3ImIiJTFAp2IiIiIiIhIB7CLOxEREREREZEOYIFOREREREREpANYoBMRERERERHpABboRERERERERDqABToRERERERGRDmCBTkRERERERKQDWKATERERERER6QAW6EREREREREQ6gAU6ERERERERkQ5ggU5ERERERESkA1igExEREREREekAFuhEREREREREOoAFOhEREREREZEOYIFOREREREREpANYoBMRERERERHpAH1tN4CotFOr1bh37x7Mzc0hCIK2m0NERERERG9BFEU8efIEDg4OUKlK9po3C3Qimd27dw+Ojo7abgYREREREZWg27dvo1KlSiW6ThboRDIzNzcHAMTHx8PS0lLLraHSShRFpKSkwNLSkj01SDbMGSmBOSMlMGf0NlJTU+Ho6Ch9zi9JLNCJZJb9S9/S0hIWFhZabg2VZjwBREpgzkgJzBkpgTmjtyXHyR0OEkekELVare0mUCmmVquRmJjInJGsmDNSAnNGSmDOSFexQCciKiXS09O13QR6DzBnpATmjJTAnJEuYoFOREREREREpANYoBMRERERERHpABboRArhCKEkJ0EQYGNjw5yRrJgzUgJzRkpgzkhXcRR3IoXwDwDJSRAEWR71QZQTc0ZKYM5ICcwZ6SpeQSdSCEcJJTmp1WrcvXuXOSNZMWekBOaMlMCcka5igU5EVEpkZGRouwn0HmDOSAnMGSmBOSNdxAKdiIiIiIiISAewQCciIiIiIiLSASzQiRTCQeJIToIgwM7OjjkjWTFnpATmjJTAnJGu4ijuRArhHwCSkyAIMDY21nYzqJRjzkgJzBkpgTkjXcUr6EQK4SihJCe1Wo1bt24xZyQr5oyUwJyREpgz0lUs0ImISglRFLXdBHoPMGekBOaMlMCckS5igU5ERERERESkA1igExEREREREekAFuhECuEgcSQnQRDg4ODAnJGsmDNSAnNGSmDOSFexQCdSCP8AkJwEQYC+vj5zRrJizkgJzBkpgTkjXcUCnUghHCWU5KRWqxEfH8+ckayYM1ICc0ZKYM5IV/E56EQKqTP5IERDU203g0opPUGEn62I0/f/RpbIqwEkD+aMlMCckRKYs3dP3Iw22m6CIngFnYiIiIiIiEgHsEAnIiIiIiIi0gHs4k6kkCxR4Bkxkk2WKOD0fbCbHsmKOSMlMGekBOaMdBXrBSLFiNpuAJVqIgxVr/4lkg9zRkpgzkgJzBnpJhboRArR4wlakpGeAHjbiMwZyYo5IyUwZ6QE5ox0FQt0IiIiIiIiIh3AAp2IiIiIiIhKvRkzZkAQBAwbNkx6TxCEPF+zZ8+W5hk+fDisra3h6OiIDRs2aKxz69atCAoKKrE2vtMFekBAgMbBLQmiKKJPnz6wtraGIAiIjo7Oc75du3ahevXq0NPTw7Bhw7B27VpYWVmVaFtKghzHKC8hISFo37697NshovypeRsdKYA5IyUwZ6QE5uz9cubMGfzwww/w9PTUeD8hIUHjtXr1agiCgI4dOwIA9uzZg40bN+LgwYOYNWsWQkNDkZycDABISUnBuHHjsHTp0hJrp6yjuIeEhODx48fYtWuXnJspUQcOHMDatWsRERGBqlWroly5cnnO17dvX/Ts2RNDhgyBubk59PX10bp1a4VbW7gdO3bAwMBAlnXfunULNWvWxP3797Fw4UKIou78louLi0OVKlVw/vx5eHt7a7s5ADiKO8krSxRw6j5vpCN5MWekBOaMlMCcvV/S0tLQtWtXrFixAlOnTtWYZm9vr/H1r7/+iqZNm6Jq1aoAgJiYGAQEBMDHxwc+Pj4YNmwY4uLiAAATJkxA//794eTkVGJtZb3wmtjYWFSoUAENGzaEvb099PVzn8NIS0tDUlISAgMD4eDgAHNzcxgbG6N8+fJaaHHBrK2tYW5uLsu6s8NrZmYGS0tLnexBUBIyMjJKZD0CRwklGQkQYWkoMmckK+aMlMCckRKYs/fLwIED0aZNG7Ro0aLA+RITE/Hbb7+hd+/e0nteXl44e/YsHj16hKioKKSnp0vF+4ULFzBkyJASbatWC/R58+bBw8MDpqamcHR0xIABA5CWlqYxT2RkJAICAmBiYoKyZcsiMDAQjx49ynN9v/32GywtLXPdF5DTH3/8AT8/PxgZGaFChQr4+uuvkZmZCeDVFf/BgwcjPj4egiDA2dk51/IRERFSwdusWTMIgoCIiIhcXdzDwsLg7e2Nn376Cc7OzrC0tESnTp3w5MkTaZ4DBw6gUaNGsLKygo2NDdq2bYvY2FhpelxcHARBwI4dO9C0aVOYmJjAy8sLf/31V5GP0etd3J2dnfHdd9+hV69eMDc3h5OTE3788UeN9Z04cQLe3t4oU6YMfHx8sGvXrjy7+//666/45JNPpGOXs4t7QEAAhgwZgtGjR8Pa2hr29vYICwuTpnfp0gWff/65xvoyMjJQrlw5rF+/HgCgVqsxffp0VKlSBcbGxvDy8sK2bduk+R89eoSuXbvC1tYWxsbGqFGjBtasWQMAqFKlCgCgTp06EAQBAQEB0jonT56MSpUqwcjICN7e3jhw4ECuY75582Y0adIEZcqUwYYNG3Dr1i0EBQWhbNmyMDU1Ra1atbBv3z4Uh4onaUlGKgFwtxKZM5IVc0ZKYM5ICczZ+2PTpk04d+4cpk+fXui869atg7m5OT799FPpvcDAQHzxxRfw9fVFSEgI1q1bB1NTUwDA/PnzsWzZMri6usLf3x+XL19+6/ZqtUBXqVRYtGgRLl++jHXr1uHo0aMYPXq0ND06OhrNmzeHu7s7/vrrLxw/fhxBQUHIysrKta6NGzeic+fO2LBhA7p27Zrn9u7evYvWrVvD19cXFy5cwLJly7Bq1Sqpm8PChQul4i0hIQFnzpzJtY6GDRvi6tWrAIDt27cjISEBDRs2zHN7sbGx2LVrF/bu3Yu9e/fijz/+wIwZM6TpT58+xfDhw3H27FkcOXIEKpUKHTp0gFqt1ljPuHHjMHLkSERHR8PFxQWdO3eWTioU5xhlmzt3Lnx8fHD+/HkMGDAA/fv3l/YpNTUVQUFB8PDwwLlz5zBlyhSMGTMm1zoeP36M48ePSwV6XrLDe+rUKcyaNQuTJ0/GoUOHAABdu3bFnj17NE7I/P7773j27Bk6dOgAAJg+fTrWr1+P5cuX4/Lly/jqq6/wxRdf4I8//gAAjB8/Hv/88w/279+PmJgYLFu2TLol4fTp0wCAw4cPIyEhATt27ADw6ns8d+5czJkzBxcvXkRgYCA++eQTXL9+XaPtX3/9NYYOHYqYmBgEBgZi4MCBePHiBY4dO4ZLly5h5syZMDMzy3O/X7x4gdTUVI0XEREREREp6/bt2xg6dCg2bNiAMmXKFDr/6tWr0bVr11zzhoWF4caNG7h06RI6dOiAefPmAQAMDAwwdepUHD9+HKGhoejevftbt1nWe9AL8/qV3alTp6Jfv374/vvvAQCzZs2Cj4+P9DUA1KpVK9d6li5dinHjxmHPnj1o0qRJvtv7/vvv4ejoiCVLlkAQBNSsWRP37t3DmDFjMGHCBFhaWsLc3Bx6enq57kXIZmhoKHVlz74ynB+1Wo21a9dKV9y7deuGI0eOYNq0aQAgDTyQbfXq1bC1tcU///yD2rVrS++PHDkSbdq0AQBMmjQJtWrVwo0bN1CzZs0iH6OcWrdujQEDBgAAxowZg/nz5yM8PByurq7YuHEjBEHAihUrUKZMGbi7u+Pu3bv48ssvNdaxb98+eHp6wsHBId/teHp6YuLEiQCAGjVqYMmSJThy5Ag++ugjBAYGwtTUFDt37kS3bt0AvDrJ8sknn8Dc3BwvXrzAd999h8OHD6NBgwYAgKpVq+L48eP44Ycf0KRJE8THx6NOnTrw8fEBAI0eD7a2tgAAGxsbje/RnDlzMGbMGHTq1AkAMHPmTISHh2PBggUagzsMGzZM48xZfHw8OnbsCA8PD6kt+Zk+fTomTZqU73QiIiIiIpJfVFQUkpKSULduXem9rKwsHDt2DEuWLMGLFy+gp6cHAPjzzz9x9epVbN68ucB1XrlyRZrn+PHjaNy4MWxtbREcHIxevXrhyZMnb3WLsVavoB8+fBjNmzdHxYoVYW5ujm7duiE5ORnPnj0D8H9Xhwuybds2fPXVVzh06FCBxTnw6gb/Bg0aQBD+ry+Lv78/0tLScOfOnbffodc4OztrfHMqVKiApKQk6evr16+jc+fOqFq1KiwsLKQCMz4+XmM9OUcarFChAgBI6ynKMXpdzvUJggB7e3tpfVevXoWnp6fGWSM/P79c68jZvb0o28lue/Z29PX1ERwcLN2O8PTpU/z6669S74cbN27g2bNn+Oijj2BmZia91q9fL90G0L9/f2zatAne3t4YPXo0Tpw4UWB7UlNTce/ePfj7+2u87+/vj5iYGI33sov+bEOGDMHUqVPh7++PiRMn4uLFi/luZ+zYsUhJSZFet2/fBgDe4USyEgGkZzJnJC/mjJTAnJESmLP3Q/PmzXHp0iVER0dLLx8fH3Tt2hXR0dFScQ4Aq1atQr169eDl5ZXv+kRRRN++ffHdd98BeFXsZ49Xlf1vQT2Zi0JrBXpcXBzatm0LT09PbN++HVFRUdIVzJcvXwIAjI2NC11PnTp1YGtri9WrV+vUKOIAco2eLgiCRvf1oKAgPHz4ECtWrMCpU6dw6tQpAP+3/3mtJ/vkQvZ6inKMituuwrx8+RIHDhwotEAvbDtdu3bFkSNHkJSUhF27dsHY2BgtW7YEAKnr+2+//abxA/XPP/9I96G3atUKt27dwldffYV79+6hefPmGDlyZJH3oyDZ95VkCw0Nxb///otu3brh0qVL8PHxweLFi/Nc1sjICBYWFhovAFCLvMmJ5KMWBUQ/VDFnJCvmjJTAnJESmLP3g7m5OWrXrq3xMjU1hY2NjUaP5dTUVGzduhWhoaEFrm/lypWwtbVFq1atAAD169fH0aNHcfLkScyfPx/u7u5vPXC21gr0qKgoqNVqzJ07F/Xr14eLiwvu3bunMY+npyeOHDlS4HqqVauG8PBw/Prrrxg8eHCB87q5ueGvv/7SKOQjIyNhbm6OSpUqvfnOvIHk5GRcvXoV3377LZo3bw43N7d8B78rSFGOUXG4urri0qVLePHihfTe6/fiR0REoGzZsgWeXSqKhg0bwtHREZs3b8aGDRvw2WefSUW9u7s7jIyMEB8fj+rVq2u8HB0dpXXY2tqiR48e+Pnnn7FgwQJpwDtDQ0MAmmewLCws4ODggMjISI12REZGwt3dvdD2Ojo6ol+/ftixYwdGjBiBFStWFGt/OUooyUmAiPJlOBotyYs5IyUwZ6QE5oxy2rRpE0RRROfOnfOdJzExEdOmTcOiRYuk9+rVq4cRI0agTZs22LJlizRg9duQ/R70lJSUXKN/29jYoHr16sjIyMDixYsRFBSEyMhILF++XGO+sWPHwsPDAwMGDEC/fv1gaGiI8PBwfPbZZxrPJ3dxcUF4eDgCAgKgr6+PBQsW5NmWAQMGYMGCBRg8eDAGDRqEq1evYuLEiRg+fDhUKmXPVZQtWxY2Njb48ccfUaFCBcTHx+Prr78u9nqKeoyKqkuXLhg3bhz69OmDr7/+GvHx8ZgzZw6A/7t6v3v37kKvnhdne8uXL8e1a9cQHh4uvW9ubo6RI0fiq6++glqtRqNGjZCSkoLIyEhYWFigR48emDBhAurVq4datWrhxYsX2Lt3L9zc3AAA5cuXh7GxMQ4cOIBKlSqhTJkysLS0xKhRozBx4kRUq1YN3t7eWLNmDaKjowsc+R94dU96q1at4OLigkePHiE8PFzaVlGpBHajIvmoBKCahYjkFwKyGDSSCXNGSmDOSAnM2fsrIiIi13t9+vRBnz59ClzOzs5Oev55zkGgJ0yYgAkTJpRY+2SvSiMiIlCnTh2N16RJk+Dl5YV58+Zh5syZqF27NjZs2JBr6HsXFxccPHgQFy5cgJ+fHxo0aIBff/01z2eTu7q64ujRo/jll18wYsSIPNtSsWJF7Nu3D6dPn4aXlxf69euH3r1749tvv5Vl3wuiUqmwadMmREVFoXbt2vjqq68we/bsYq+nOMeoKCwsLLBnzx5ER0fD29sb48aNkwKXfV96SRboXbt2xT///IOKFSvmujd8ypQpGD9+PKZPnw43Nze0bNkSv/32m/QINUNDQ4wdOxaenp5o3Lgx9PT0sGnTJgCv7nFftGgRfvjhBzg4OKBdu3YAXt1LPnz4cIwYMQIeHh44cOAAdu/ejRo1ahTYzqysLAwcOFBqh4uLi8bAfERERERERG9LEHXtxm3SORs2bEDPnj2RkpKCmJgYNGvWDPfv3891jznlLTU1FZaWlnD+ajNEQ9PCFyB6A3qCCD9bEafvC8ji/XQkE+aMlMCckRKYs3dP3Iw22m6CJPvzfUpKijTeVEnR6mPWSDetX78eVatWRcWKFXHhwgWMGTMGwcHBMDY2RmZmJhYvXszi/A3wVBjJSRSBlJfMGcmLOSMlMGekBOaMdBULdMrlv//+w4QJE/Dff/+hQoUK+Oyzz6Rnt/v5+eX52DUqnBqCdp9rSKWaGgL+ecwrACQv5oyUwJyREpgz0lUs0CmX0aNHY/To0dpuRqnDUUJJTgJEVDQF7j4FRPADB8mDOSMlMGekBOaMdBUv6BEpRMXf/SQjlQA4morMGcmKOSMlMGekBOaMdBULdCIiIiIiIiIdwAKdiIiIiIiISAewQCdSCEcJJTmJIpCULjBnJCvmjJTAnJESmDPSVRwkjkghFye1LPHnJBIRERERUenBK+hEClGr1dpuApViarUaDx48YM5IVswZKYE5IyUwZ6SrWKATEZUSaWlp2m4CvQeYM1ICc0ZKYM5IF7FAJyIiIiIiItIBLNCJiIiIiIiIdAALdCKFCIKg7SZQKSYIAqysrJgzkhVzRkpgzkgJzBnpKo7iTqQQ/gEgOWV/0CCSE3NGSmDOSAnMGekqXkEnUghHCSU5qdVqJCYmMmckK+aMlMCckRKYM9JVLNCJiEqJ9PR0bTeB3gPMGSmBOSMlMGeki1igExEREREREekAFuhEREREREREOoAFOpFCOEgcyUkQBNjY2DBnJCvmjJTAnJESmDPSVRzFnUgh/ANAchIEAebm5tpuBpVyzBkpgTkjJTBnpKt4BZ1IIRwllOSkVqtx9+5d5oxkxZyREpgzUgJzRrqKBToRUSmRkZGh7SbQe4A5IyUwZ6QE5ox0EQt0IiIiIiIiIh3AAp2IiIiIiIhIB7BAJ1IIB4kjOQmCADs7O+aMZMWckRKYM1ICc0a6iqO4EynEI+wgVEYm2m4GEREREb3H4ma00XYTqAC8gk6kED1B1HYTqBTTE0R8YKtmzkhWzBkpgTkjJTBnpKtYoBMRlRIq9tIjBTBnpATmjJTAnJEuYoFOREREREREpANYoBMRERERERHpABboRArJ4i1OJKMsEYhOFpgzkhVzRkpgzkgJzBnpKhboRIrhjU4kJwEv1a/+JZIPc0ZKYM5ICcwZ6SYW6EQK4SihJCc9QYSfrcickayYM1ICc0ZKYM7ezowZMyAIAoYNG5bn9H79+kEQBCxYsEDj/eHDh8Pa2hqOjo7YsGGDxrStW7ciKChIpha/O1igvyPCwsLg7e2t7WYo7r///sNHH30EU1NTWFlZKb79iIgICIKAx48fK75tIiIiIiJdc+bMGfzwww/w9PTMc/rOnTtx8uRJODg4aLy/Z88ebNy4EQcPHsSsWbMQGhqKBw8eAABSUlIwbtw4LF26VPb26zoW6AUICQmBIAgQBAEGBgaoUqUKRo8ejefPnyvelpEjR+LIkSOKb/dNrF27tsSK6fnz5yMhIQHR0dG4du1aiayTiIiIiIiKLy0tDV27dsWKFStQtmzZXNPv3r2LwYMHY8OGDTAwMNCYFhMTg4CAAPj4+KBz586wsLDAzZs3AQCjR49G//794eTkpMh+6DIW6IVo2bIlEhIS8O+//2L+/Pn44YcfMHHiRMXbYWZmBhsbG8W3q22xsbGoV68eatSogfLly2u7OURERERE762BAweiTZs2aNGiRa5parUa3bp1w6hRo1CrVq1c0728vHD27Fk8evQIUVFRSE9PR/Xq1XH8+HGcO3cOQ4YMUWIXdB4L9EIYGRnB3t4ejo6OaN++PVq0aIFDhw5J052dnXPdW+Ht7Y2wsDDpa0EQsHLlSnTo0AEmJiaoUaMGdu/eLU3P7kZ95MgR+Pj4wMTEBA0bNsTVq1eleV7v4h4SEoL27dtjzpw5qFChAmxsbDBw4EBkZGRI8yQkJKBNmzYwNjZGlSpVsHHjxjzbm5NarcbkyZNRqVIlGBkZwdvbGwcOHMjV1pxdvqOjoyEIAuLi4hAREYGePXsiJSVF6n2Q81i8btmyZahWrRoMDQ3h6uqKn376SePYbt++HevXr4cgCAgJCcl3PatXr0atWrVgZGSEChUqYNCgQdK0efPmwcPDA6ampnB0dMSAAQOQlpYmTb916xaCgoJQtmxZmJqaolatWti3b5/G+qOiovL93hRVlshBSEg+WaKA0/cF5oxkxZyREpgzUgJzVnybNm3CuXPnMH369Dynz5w5E/r6+vkW2oGBgfjiiy/g6+uLkJAQrFu3Dqampujfvz+WL1+OZcuWwdXVFf7+/rh8+bKcu6LTWKAXw99//40TJ07A0NCw2MtOmjQJwcHBuHjxIlq3bo2uXbvi4cOHGvOMGzcOc+fOxdmzZ6Gvr49evXoVuM7w8HDExsYiPDwc69atw9q1a7F27Vppevfu3XHv3j1ERERg+/bt+PHHH5GUlFTgOhcuXIi5c+dizpw5uHjxIgIDA/HJJ5/g+vXrRdrPhg0bYsGCBbCwsEBCQgISEhIwcuTIPOfduXMnhg4dihEjRuDvv/9G37590bNnT4SHhwN4dX9Ly5YtERwcjISEBCxcuDDP9SxbtgwDBw5Enz59cOnSJezevRvVq1eXpqtUKixatAiXL1/GunXrcPToUYwePVqaPnDgQLx48QLHjh3DpUuXMHPmTJiZmWlsozjfmxcvXiA1NVXj9QoHISE5iTBUvfqXSD7MGSmBOSMlMGfFcfv2bQwdOhQbNmxAmTJlck2PiorCwoULsXbtWghC/ic9wsLCcOPGDVy6dAkdOnTA9OnT0aJFCxgYGGDq1Kk4fvw4QkND0b17dzl3R6exQC/E3r17YWZmhjJlysDDwwNJSUkYNWpUsdcTEhKCzp07o3r16vjuu++QlpaG06dPa8wzbdo0NGnSBO7u7vj6669x4sSJAu93L1u2LJYsWYKaNWuibdu2aNOmjXSf+pUrV3D48GGsWLECH3zwAerWrYuVK1ciPT29wHbOmTMHY8aMQadOneDq6oqZM2fC29u7wKvuORkaGsLS0hKCIMDe3h729va5it2c2woJCcGAAQPg4uKC4cOH49NPP8WcOXMAALa2tjAyMoKxsTHs7e1haWmZ53qmTp2KESNGYOjQoXBxcYGvr6/GiJLDhg1D06ZN4ezsjGbNmmHq1KnYsmWLND0+Ph7+/v7w8PBA1apV0bZtWzRu3FhjG8X53kyfPh2WlpbSy9HREQCgxxO0JCM9AfC2EZkzkhVzRkpgzkgJzFnxREVFISkpCXXr1oW+vj709fXxxx9/YNGiRdDX10dERASSkpLg5OQkTb916xZGjBgBZ2fnPNd55coV/Pzzz5gyZQoiIiLQuHFj2NraIjg4GOfOncOTJ0+U3Ukdoa/tBui6pk2bYtmyZXj69Cnmz58PfX19dOzYsdjryTnKoampKSwsLHJdzc45T4UKFQBACnpeatWqBT09PY1lLl26BAC4evUq9PX1UbduXWl69erV8xzMIVtqairu3bsHf39/jff9/f1x4cKFwnax2GJiYtCnT59c28rvSnlekpKScO/ePTRv3jzfeQ4fPozp06fjypUrSE1NRWZmJp4/f45nz57BxMQEQ4YMQf/+/XHw4EG0aNECHTt2zDUqZXG+N2PHjsXw4cOlr1NTU6UinYiIiIjoXdO8eXOpzsjWs2dP1KxZE2PGjEGFChUQGBioMT0wMBDdunVDz549c61PFEX07dsX8+bNg5mZGbKysqRbdbP/zcrKkmlvdBuvoBfC1NQU1atXh5eXF1avXo1Tp05h1apV0nSVSgVR1Owak/M+8Gyvj2IoCALUanW+82R3DXl9nuKus6SpVK8ik3Of89pfpRgbGxc4PS4uDm3btoWnpye2b9+OqKgo6fENL1++BACEhobi33//Rbdu3XDp0iX4+Phg8eLFGuspzvfGyMgIFhYWGi8iIiIioneVubk5ateurfEyNTWFjY0NateuLf2b82VgYAB7e3u4urrmWt/KlStha2srPffc398fR48excmTJzF//ny4u7tr5RHLuoAFejGoVCp88803+Pbbb6Wu4ra2tkhISJDmSU1NlR4XoE2urq7IzMzE+fPnpfdu3LiBR48e5buMhYUFHBwcEBkZqfF+ZGQk3N3dAbzaXwAa+xwdHa0xv6GhYZHOeLm5uRW4raIwNzeHs7Nzvo+gi4qKglqtxty5c1G/fn24uLjg3r17ueZzdHREv379sGPHDowYMQIrVqwochuIdIWat9GRApgzUgJzRkpgzrQjMTER06ZNw6JFi6T3/Pz8MGLECLRp0wZbtmzBmjVrtNhC7WIX92L67LPPMGrUKCxduhQjR45Es2bNsHbtWgQFBcHKygoTJkzQ6HauLTVr1kSLFi3Qp08fLFu2DAYGBhgxYgSMjY0LHLhh1KhRmDhxIqpVqwZvb2+sWbMG0dHR2LBhA4BX3eQdHR0RFhaGadOm4dq1a5g7d67GOpydnZGWloYjR47Ay8sLJiYmMDExyXNbwcHBqFOnDlq0aIE9e/Zgx44dOHz4cLH2NSwsDP369UP58uXRqlUrPHnyBJGRkRg8eDCqV6+OjIwMLF68GEFBQYiMjMTy5cs1lh82bBhatWoFFxcXPHr0COHh4XBzcytWG4oiSxR4RoxkkyUKOHWfN9KRvJgzUgJzRkpgzt5eREREgdPj4uLyfN/Ozi7PaRMmTMCECRPevmHvONYLxaSvr49BgwZh1qxZePr0KcaOHYsmTZpIg7S1b98e1apV03YzAQDr16+HnZ0dGjdujA4dOuDLL7+Eubl5niMvZhsyZAiGDx+OESNGwMPDAwcOHMDu3btRo0YNAK+6ev/yyy+4cuUKPD09MXPmTEydOlVjHQ0bNkS/fv3w+eefw9bWFrNmzcpzW+3bt8fChQsxZ84c1KpVCz/88APWrFmDgICAYu1njx49sGDBAnz//feoVasW2rZtK4067+XlhXnz5mHmzJmoXbs2NmzYkOvREFlZWRg4cCDc3NzQsmVLuLi44Pvvvy9WG4pC4CihJCMBIiwNReaMZMWckRKYM1ICc0a6ShBfv4GaSq07d+7A0dERhw8fLnBQNSpZqampsLS0hPNXmyEammq7OVRK6Qki/GxFPtOVZMWckRKYM1LC+5yzuBlttN2Ed1725/uUlJQSH2+KXdxLsaNHjyItLQ0eHh5ISEjA6NGj4ezsnOsRYkRERERERKR9LNBLsYyMDHzzzTf4999/YW5ujoYNG2LDhg25Rn8nIiIiIiIi7WOBXooFBgbmeh4haQ/vJSE5iQDSM5kzkhdzRkpgzkgJzBnpKhboRApRcxR3kpFaFBD98P26h46Ux5yREpgzUgJzRrqK9QKRQjhKKMlJgIjyZTgaLcmLOSMlMGekBOaMdBULdCKFqHiSlmSkEoBqFiJzRrJizkgJzBkpgTkjXcUCnYiIiIiIiEgH8B50IoWcn/AxrKystN0MKqXUajXi4+Ph5OQElYrnXkkezBkpgTkjJTBnpKuYRiKiUsLY2FjbTaD3AHNGSmDOSAnMGekiXkEnUgjPzpKcVCoV7OzstN0MKuWYM1ICc0ZKYM5IV7FiIFKIKHKUUJKPKIp4/Pgxc0ayYs5ICcwZKYE5I13FAp1IIfwDQHLiBw1SAnNGSmDOSAnMGekqFuhEREREREREOoAFOhEREREREZEOYIFORFRKmJmZabsJ9B5gzkgJzBkpgTkjXcRR3IkUwlHcSU4qlQrlypXTdjOolGPOSAnMGSmBOSNdxYqBSCFqtVrbTaBSTK1W48GDB8wZyYo5IyUwZ6QE5ox0FQt0IqJSIi0tTdtNoPcAc0ZKYM5ICcwZ6SIW6EREREREREQ6gAU6ERERERERkQ5ggU6kEEEQtN0EKsUEQYCVlRVzRrJizkgJzBkpgTkjXcVR3IkUwj8AJKfsDxpEcmLOSAnMGSmBOSNdxSvoRArhKKEkJ7VajcTEROaMZMWckRKYM1ICc0a6igU6EVEpkZ6eru0m0HuAOSMlMGekBOaMdBELdCIiIiIiIiIdwHvQiRRy9uxZmJmZabsZVEqJooj09HQkJCRwvAOSDXNGSniXc1a/fn1tN4GI3nG8gk5EVEoYGhpquwn0HmDOSAnMGclNEATY2Ni8cyeBqPTjFXQihfAPAMlJEATo6/NXOsmLOSMlMGekBEEQYG5uru1mEOXCK+hEChFFUdtNoFJMFEU8f/6cOSNZMWekBOaMlKBWq3H37l2O4k46hwU6EVEpwQ8ZpATmjJTAnJESMjIytN0EolxYoBMRERERERHpABboRERERERERDqABToRUSlhZGSk7SbQe4A5IyUwZyQ3QRBgZ2fHQXxJ57BAL+WcnZ2xYMEC2bcjCAJ27dr1RsvGxcVBEARER0eXaJt0Df8AkJwEQYCenh5zRrJizkgJ72POli1bBk9PT1hYWMDCwgINGjTA/v37pelhYWGoWbMmTE1NUbZsWbRo0QKnTp3SWMfw4cNhbW0NR0dHbNiwQWPa1q1bERQUpMi+vCsEQYCxsfF7lTN6N5RYgf7ff/9h8ODBqFq1KoyMjODo6IigoCAcOXJEY74TJ06gdevWKFu2LMqUKQMPDw/MmzcPWVlZAIDt27dDT08Pd+/ezXM7NWrUwPDhwwEAAQEBGDZsmDQtICAAgiBAEAQYGRmhYsWKCAoKwo4dO4q0D0OGDEG9evVgZGQEb2/vPOfZsmULvL29YWJigsqVK2P27NlFWndpl5CQgFatWr3Rso6OjkhISEDt2rVLuFUlLyQkBO3bt3+jZTkaLclJFEWkp6czZyQr5oyU8D7mrFKlSpgxYwaioqJw9uxZNGvWDO3atcPly5cBAC4uLliyZAkuXbqE48ePw9nZGR9//DHu378PANizZw82btyIgwcPYtasWQgNDcWDBw8AACkpKRg3bhyWLl2qtf3TRWq1Grdu3eKAhKRzSqRAj4uLQ7169XD06FHMnj0bly5dwoEDB9C0aVMMHDhQmm/nzp1o0qQJKlWqhPDwcFy5cgVDhw7F1KlT0alTJ4iiiE8++QQ2NjZYt25dru0cO3YMN27cQO/evfNty5dffomEhATExsZi+/btcHd3R6dOndCnT58i7UuvXr3w+eef5zlt//796Nq1K/r164e///4b33//PebPn48lS5YUad2lmb29/Rt3R9PT04O9vT2feUr0lt6nD7OkPcwZKeF9y1lQUBBat26NGjVqwMXFBdOmTYOZmRlOnjwJAOjSpQtatGiBqlWrolatWpg3bx5SU1Nx8eJFAEBMTAwCAgLg4+ODzp07w8LCAjdv3gQAjB49Gv3794eTk5PW9k9XvW85o3dDiRToAwYMgCAIOH36NDp27AgXFxfUqlULw4cPl36xPH36FF9++SU++eQT/Pjjj/D29oazszNCQ0Oxbt06bNu2DVu2bIGBgQG6deuGtWvX5trO6tWr8cEHH6BWrVr5tsXExAT29vaoVKkS6tevj5kzZ+KHH37AihUrcPjw4QL3Y9GiRRg4cCCqVq2a5/SffvoJ7du3R79+/VC1alW0adMGY8eOxcyZM/P9Ac/uvr1p0yY0bNgQZcqUQe3atfHHH39I82RlZaF3796oUqUKjI2N4erqioULF2qsJ/vK7Zw5c1ChQgXY2Nhg4MCBGo+HSEpKQlBQEIyNjVGlSpVc3ZsA4PHjxwgNDYWtrS0sLCzQrFkzXLhwQZoeFhYGb29vrF69Gk5OTjAzM8OAAQOQlZWFWbNmwd7eHuXLl8e0adM01vt6F/c7d+6gc+fOsLa2hqmpKXx8fHJ1xXr9GGV3cY+IiIAgCPj9999Rp04dGBsbo1mzZkhKSsL+/fvh5uYGCwsLdOnSBc+ePZPWExAQgEGDBmHQoEGwtLREuXLlMH78eI3vzU8//QQfHx+Ym5vD3t4eXbp0QVJSkkZ7Ll++jLZt28LCwgLm5ub48MMPERsbi7CwMKxbtw6//vqr1FMjIiIiz30iIiIiehNZWVnYtGkTnj59igYNGuSa/vLlS/z444+wtLSEl5cXAMDLywtnz57Fo0ePEBUVhfT0dFSvXh3Hjx/HuXPnMGTIEKV3g4je0FsX6A8fPsSBAwcwcOBAmJqa5ppuZWUFADh48CCSk5MxcuTIXPMEBQXBxcUFv/zyCwCgd+/euH79Oo4dOybNk5aWhm3bthV49Tw/PXr0QNmyZYvc1T0/L168QJkyZTTeMzY2xp07d3Dr1q0Clx01ahRGjBiB8+fPo0GDBggKCkJycjKAV11sKlWqhK1bt+Kff/7BhAkT8M0332DLli0a6wgPD0dsbCzCw8Oxbt06rF27VuNERkhICG7fvo3w8HBs27YN33//fa7i87PPPpMK3aioKNStWxfNmzfHw4cPpXliY2Oxf/9+HDhwAL/88gtWrVqFNm3a4M6dO/jjjz8wc+ZMfPvtt/kW3GlpaWjSpAnu3r2L3bt348KFCxg9enSxuxCFhYVhyZIlOHHiBG7fvo3g4GAsWLAAGzduxG+//YaDBw9i8eLFGsusW7cO+vr6OH36NBYuXIh58+Zh5cqV0vSMjAxMmTIFFy5cwK5duxAXF4eQkBBp+t27d9G4cWMYGRnh6NGjiIqKQq9evZCZmYmRI0ciODgYLVu2REJCAhISEtCwYcNi7RMRERFRXi5dugQzMzMYGRmhX79+2LlzJ9zd3aXpe/fuhZmZGcqUKYP58+fj0KFDKFeuHAAgMDAQX3zxBXx9fRESEoJ169bB1NQU/fv3x/Lly7Fs2TK4urrC399f6jZPRLrprfsU37hxA6IoombNmgXOd+3aNQCAm5tbntNr1qwpzePu7o769etj9erVaNy4MYBX936LoohOnToVu40qlQouLi6Ii4sr9rI5BQYG4quvvkJISAiaNm2KGzduYO7cuQBe3YPt7Oyc77KDBg1Cx44dAbwaCOTAgQNYtWoVRo8eDQMDA0yaNEmat0qVKvjrr7+wZcsWBAcHS++XLVsWS5YsgZ6eHmrWrIk2bdrgyJEj+PLLL3Ht2jXs378fp0+fhq+vLwBg1apVGsf7+PHjOH36NJKSkqTu6HPmzMGuXbuwbds26TYAtVqN1atXw9zcHO7u7mjatCmuXr2Kffv2QaVSwdXVFTNnzkR4eDg++OCDXPu6ceNG3L9/H2fOnIG1tTUAoHr16sU+3lOnToW/vz+AVydtxo4di9jYWKmHw//+9z+Eh4djzJgx0jKOjo6YP38+BEGAq6srLl26hPnz5+PLL78E8OoWhmxVq1bFokWL4Ovri7S0NJiZmWHp0qWwtLTEpk2bYGBgAODVfV/ZjI2N8eLFC9jb2+fb7hcvXuDFixfS16mpqcXed6I38foJRCI5MGekhPcxZ66uroiOjkZKSgq2bduGHj164I8//pCK9KZNmyI6OhoPHjzAihUrEBwcjFOnTqF8+fIAXl3YCAsLk9Y3adIktGjRAgYGBpg6dSouXbqEvXv3onv37oiKitLGLuoUQRDg4ODAQeJI57z1FfTi3rtR1Pl79eqFbdu24cmTJwBedW//7LPPYG5uXuw2Zm83+wewVatWMDMzg5mZWYHd5V/35ZdfYtCgQWjbti0MDQ1Rv3596YSBSlXwoczZRUlfXx8+Pj6IiYmR3lu6dCnq1asHW1tbmJmZ4ccff0R8fLzGOmrVqgU9PT3p6woVKkhXyGNiYqCvr4969epJ02vWrCn1YACACxcuIC0tDTY2NtL+m5mZ4ebNm4iNjZXmc3Z21jjOdnZ2cHd319hHOzu7XFfns0VHR6NOnTpScf6mPD09NbZnYmKicftBXm2oX7++xi/aBg0a4Pr169IghFFRUQgKCoKTkxPMzc3RpEkTAJCOdXR0ND788EOpOH8T06dPh6WlpfRydHQEwFHcSV7Zt10wZyQn5oyU8L7mzNDQENWrV0e9evUwffp0eHl5adzyaGpqiurVq6N+/fpYtWoV9PX1sWrVqjzXdeXKFfz888+YMmUKIiIi0LhxY9ja2iI4OBjnzp2TPl+/zwRBgL6+/nuXM9J9b12g16hRA4Ig4MqVKwXOl30VMmdRmlNMTIzGlcrswnfLli24fv06IiMj36h7O/DqXp7r16+jSpUqAICVK1ciOjoa0dHR2LdvX5HXIwgCZs6cibS0NNy6dQv//fcf/Pz8ACDf+9aLYtOmTRg5ciR69+6NgwcPIjo6Gj179sTLly815nu9aBQEoVjdxtPS0lChQgVp37NfV69exahRowrcTnG2bWxsXOQ2FSTnNovbhrw8ffoUgYGBsLCwwIYNG3DmzBns3LkTAKRjXRJtHzt2LFJSUqTX7du3AXAgEpLX+zjqMSmPOSMlMGevqNVqjR55RZ0uiiL69u2LefPmwczMDFlZWdKYRdn/Zl+4eJ+p1WrEx8dzFHfSOW/dxd3a2hqBgYFYunQphgwZkus+9MePH8PKygoff/wxrK2tMXfu3Fz37e7evRvXr1/HlClTpPfMzc3x2WefYfXq1YiNjYWLiws+/PDDN2rjunXr8OjRI6mLecWKFd9oPdn09PSkdfzyyy9o0KABbG1tC1zm5MmTUnf9zMxMREVFYdCgQQCAyMhINGzYEAMGDJDmz3lFuyhq1qwprTe7i/vVq1fx+PFjaZ66deviv//+g76+foHd8d+Wp6cnVq5ciYcPH771VfTiev2++JMnT6JGjRrQ09PDlStXkJycjBkzZkhXtc+ePasxv6enJ9atW4eMjIw8r6IbGhoW+kfNyMjojUe0JyIiovfP2LFj0apVKzg5OeHJkyfYuHEjIiIi8Pvvv+Pp06eYNm0aPvnkE1SoUAEPHjzA0qVLcffuXXz22We51rVy5UrY2tpKzz339/dHWFgYTp48if3798Pd3V2jhyUR6ZYSGcV96dKlyMrKgp+fH7Zv347r168jJiYGixYtkrp2m5qa4ocffsCvv/6KPn364OLFi4iLi8OqVasQEhKC//3vfxr3WwOv7js+ceIEli9frnHvcEGePXuG//77D3fu3MHJkycxZswY9OvXD/3790fTpk0LXPbGjRuIjo7Gf//9h/T0dOkKc/bV1QcPHmD58uW4cuUKoqOjMXToUGzduhULFiwo0jHauXMnrly5goEDB+LRo0fSPtWoUQNnz57F77//jmvXrmH8+PE4c+ZMkfY3m6urK1q2bIm+ffvi1KlTiIqKQmhoqMYV4RYtWqBBgwZo3749Dh48iLi4OJw4cQLjxo3LVai+jc6dO8Pe3h7t27dHZGQk/v33X2zfvh1//fVXiW0jP/Hx8Rg+fDiuXr2KX375BYsXL8bQoUMBAE5OTjA0NMTixYvx77//Yvfu3RonhYBXYwWkpqaiU6dOOHv2LK5fv46ffvoJV69eBfCq+//Fixdx9epVPHjwQGMUfSIiIqI3kZSUhO7du8PV1RXNmzfHmTNn8Pvvv+Ojjz6SLjJkPykpe6DhP//8M9etmomJiZg2bRoWLVokvefn54cRI0agTZs22LJlC9asWaP07hFRMZTIg6erVq2Kc+fOYdq0aRgxYgQSEhJga2uLevXqYdmyZdJ82YN6TZs2DR9++CGeP3+OGjVqYNy4cRg2bFiue0AaNWoEV1dX3LhxA927dy9SW1asWIEVK1bA0NAQNjY2qFevHjZv3owOHToUumxoaKjG48/q1KkDALh586Z0xXndunUYOXIkRFFEgwYNEBERIXVzL8iMGTMwY8YMREdHo3r16ti9e7c08mbfvn1x/vx5fP755xAEAZ07d8aAAQOwf//+Iu1ztjVr1iA0NBRNmjSBnZ0dpk6divHjx0vTBUHAvn37MG7cOPTs2RP379+Hvb09GjduDDs7u2JtqyCGhoY4ePAgRowYgdatWyMzMxPu7u5YunRpiW0jP927d0d6ejr8/Pygp6eHoUOHSoPf2draYu3atfjmm2+waNEi1K1bF3PmzMEnn3wiLW9jY4OjR49i1KhRaNKkCfT09ODt7S0NVvfll18iIiICPj4+SEtLQ3h4OAICAmTfLyIiIiq98ruXHHg1YF5Rn0RkZ2eX56DIEyZMwIQJE960eUSkIEF832/wkVlcXByqVKmC8+fPw9vbW9vNKdUCAgLg7e1dpB4NSkpNTYWlpSUOHz6c56MIiUpKzsEwieTCnJES3tWc1a9fX9tNoGJQq9WFDvRMlJfsz/cpKSmwsLAo0XUzkUQK4bkwkpMoitKLSC7MGSmBOSMliKKIzMxM5ox0Dgt0IqJS4vnz59puAr0HmDNSAnNGchNFEffu3WOBTjqnRO5Bp/w5OzvzB18hERER2m4CERERERHRG+MVdCIiIiIiIiIdwAKdiKiUeBcHVKJ3D3NGSmDOSAnMGekidnEnUgj/CJCcBEGAsbGxtptBpRxzRkpgzkgJKpUKlStX1nYziHLhFXQihXAsApKTKIrIyspizkhWzBkpgTkjJYiiiPT0dOaMdA6voBMpxMfHB1ZWVtpuBpVSarUa8fHxcHJy4jNdSTbMGSmBOSMliKKIxMREODk5sZcj6RT+1iMiIiIiIiLSASzQiYiIiIiIiHQAC3QiolLCwMBA202g9wBzRkpgzkgJzBnpIkHkyAhEskpNTYWlpSVSUlJgYWGh7eYQEREREdFbkPPzPa+gEymE58JITqIo4smTJ8wZyYo5IyUwZ6QE5ox0FQt0IoXwDwDJSRRFJCcnM2ckK+aMlMCckRKYM9JVLNCJiIiIiIiIdAALdCIiIiIiIiIdwAKdiKiUMDY21nYT6D3AnJESmDNSAnNGukhf2w0gel+oVDwfRvJRqVSws7PTdjOolGPOSAnMGSmBOSNdxYqBSCEchITkJIoiHj9+zJyRrJgzUgJzRkpgzkhXsUAnUgj/AJCc+EGDlMCckRKYM1ICc0a6igU6ERERERERkQ5ggU5ERERERESkA1igExGVEmZmZtpuAr0HmDNSAnNGSmDOSBdxFHcihXAUd5KTSqVCuXLltN0MKuWYM1ICc0ZKYM5IV7FiIFKIWq3WdhOoFFOr1Xjw4AFzRrJizkgJzBkpgTkjXcUCnYiolEhLS9N2E+g9wJyREpgzUgJzRrqIXdyJFFJn8kGIhqbabgaVUnqCCD9bEafv/40sUdB2c0jHxc1oo+0mEBERUR54BZ2IiIiIiIhIB7BAJ1KIWtR2C6g0U4vA7acCc0ayEgQBVlZWEAT20iD5MGekBOaMdBW7uBMpRIQA/gkguYgQcOeptltBpV32B1oiOTFnpATmjHQVr6ATKUQFXtok+aggwt1KzZyRrNRqNRITEznqMcmKOSMlMGekq1igEymEPahIToIAWBoyZyS/9PR0bTeB3gPMGSmBOSNdxAKdiIiIiIiISAewQCciIqJCHTt2DJ988gk++OAD6OnpYdeuXRrTExMTERISAgcHB5iYmKBly5a4fv26xjzDhw+HtbU1HB0dsWHDBo1pW7duRVBQkNy7QUREpNNYoL+nIiIiIAgCHj9+/EbLr127tkQG1hAEQfqQFxcXB0EQEB0d/dbr1UUcXZvkpBaB2FSO4k7yefr0Kby8vDB//vxc00RRRPv27fHvv//i119/xfnz51G5cmW0aNECT5++Gr1wz5492LhxIw4ePIhZs2YhNDQUDx48AACkpKRg3LhxWLp0qaL7RLpJEATY2NhwdG2SFXNGuooFuhaEhISgffv22m4GKUzkGO4kIxECkp4LzBnJplWrVpg2bRq6dOmSa9r169dx8uRJLFu2DL6+vnB1dcWyZcuQnp6OX375BQAQExODgIAA+Pj4oHPnzrCwsMDNmzcBAKNHj0b//v3h5OSk6D6RbhIEAebm5iycSFbMGekqFuhEClEJvLRJ8lEJIryt1cwZyUqtVuPu3bu53n/x4gUAoEyZMtJ7KpUKRkZGOH78OADAy8sLZ8+exaNHjxAVFYX09HRUr14dx48fx7lz5zBkyBBldoJ0XnbOOLo2yYk5I13FAl0H/f3332jVqhXMzMxgZ2eHbt26Sd0AAeDJkyfo2rUrTE1NUaFCBcyfPx8BAQEYNmyYNM9PP/0EHx8fmJubw97eHl26dEFSUlKx2vH48WP07dsXdnZ2KFOmDGrXro29e/dqzPP777/Dzc0NZmZmaNmyJRISEqRpZ86cwUcffYRy5crB0tISTZo0wblz50r0WAQEBGDIkCEYPXo0rK2tYW9vj7CwMI11XLlyBY0aNUKZMmXg7u6Ow4cPa3StB4Dbt28jODgYVlZWsLa2Rrt27RAXFydNj4iIgJ+fH0xNTWFlZQV/f3/cunWrWPvC87MkJwGAsT5zRvLLyMjI9V7NmjXh5OSEsWPH4tGjR3j58iVmzpyJO3fuSH8XAgMD8cUXX8DX1xchISFYt24dTE1N0b9/fyxfvhzLli2Dq6sr/P39cfnyZaV3i3RMXjkjKmnMGekiFug65vHjx2jWrBnq1KmDs2fP4sCBA0hMTERwcLA0z/DhwxEZGYndu3fj0KFD+PPPP3MVvhkZGZgyZQouXLiAXbt2IS4uDiEhIUVuh1qtRqtWrRAZGYmff/4Z//zzD2bMmAE9PT1pnmfPnmHOnDn46aefcOzYMcTHx2PkyJHS9CdPnqBHjx44fvw4Tp48iRo1aqB169Z48uRJiR0LANKHvFOnTmHWrFmYPHkyDh06BADIyspC+/btYWJiglOnTuHHH3/EuHHjch2rwMBAmJub488//0RkZKR0wuHly5fIzMxE+/bt0aRJE1y8eBF//fUX+vTpk2+XqBcvXiA1NVXjRURUmhkYGGDHjh24du0arK2tYWJigvDwcLRq1Qoq1f991AgLC8ONGzdw6dIldOjQAdOnT0eLFi1gYGCAqVOn4vjx4wgNDUX37t21uDdERETao6/tBpCmJUuWoE6dOvjuu++k91avXg1HR0dcu3YNFSpUwLp167Bx40Y0b94cALBmzRo4ODhorKdXr17S/6tWrYpFixbB19cXaWlpMDMzK7Qdhw8fxunTpxETEwMXFxdpPTllZGRg+fLlqFatGgBg0KBBmDx5sjS9WbNmGvP/+OOPsLKywh9//IG2bdu+9bHIbpenpycmTpwIAKhRowaWLFmCI0eO4KOPPsKhQ4cQGxuLiIgI2NvbAwCmTZuGjz76SFrn5s2boVarsXLlSqnoXrNmDaysrBAREQEfHx+kpKSgbdu20r66ubnl2+7p06dj0qRJhe4fEVFpUq9ePURHRyMlJQUvX76Era0tPvjgA/j4+OQ5/5UrV/Dzzz/j/PnzWL16NRo3bgxbW1sEBwejV69eePLkCczNzRXeCyIiIu3iFXQdc+HCBYSHh8PMzEx61axZEwAQGxuLf//9FxkZGfDz85OWsbS0hKurq8Z6oqKiEBQUBCcnJ5ibm6NJkyYAgPj4+CK1Izo6GpUqVZKK4LyYmJhIBSsAVKhQQaMbfWJiIr788kvUqFEDlpaWsLCwQFpaWpHbUNixyObp6amxXM52XL16FY6OjlJxDkDj2GVv58aNGzA3N5e2Y21tjefPnyM2NhbW1tYICQlBYGAggoKCsHDhQo2u/K8bO3YsUlJSpNft27cBcBR3kpdaBP55zFHcSV6CIMDOzq7AeSwtLWFra4vr16/j7NmzaNeuXa55RFFE3759MW/ePJiZmSErK0vqapr9b1ZWVsnvAL0TsnPGwbtITswZ6SpeQdcxaWlpCAoKwsyZM3NNq1ChAm7cuFHoOp4+fYrAwEAEBgZiw4YNsLW1RXx8PAIDA/Hy5csitcPY2LjQeQwMDDS+FgQBovh/1UGPHj2QnJyMhQsXonLlyjAyMkKDBg2K3IbCjkVB7SjOgB9paWmoV69ermfyAoCtrS2AV1fUhwwZggMHDmDz5s349ttvcejQIdSvXz/XMkZGRjAyMsr1vgiB9weTbEQISCnajxbRG0lLS9P4G3Tz5k1ER0fD2toaTk5O2Lp1K2xtbeHk5IRLly5h6NChaN++PT7++ONc61q5ciVsbW2l5577+/sjLCwMJ0+exP79++Hu7l4ij/Kkd5MgCEX6HEL0Npgz0lUs0HVM3bp1sX37djg7O0NfP/e3p2rVqjAwMMCZM2ekx9GkpKTg2rVraNy4MYBX3QaTk5MxY8YMODo6AgDOnj1brHZ4enrizp07Gl3JiysyMhLff/89WrduDeDVQGw5B3grTGHHoihcXV1x+/ZtJCYmSld9zpw5k2s7mzdvRvny5WFhYZHvuurUqYM6depg7NixaNCgATZu3JhngZ4fPUEEL26SXPQEET7lRJx9ICBL5KkgKnlnz55F06ZNpa+HDx8O4NXJ2LVr1yIhIQHDhw9HYmIiKlSogO7du2P8+PG51pOYmIhp06bhxIkT0nt+fn4YMWIE2rRpg/Lly2PdunXy7xDpLLVajdu3b8PR0VFjDAOiksScka5iGrUkJSUF0dHRGq/bt29j4MCBePjwITp37owzZ84gNjYWv//+O3r27ImsrCyYm5ujR48eGDVqFMLDw3H58mX07t0bKpVK6qLj5OQEQ0NDLF68GP/++y92796NKVOmFKt9TZo0QePGjdGxY0ccOnQIN2/exP79+3HgwIEir6NGjRr46aefEBMTg1OnTqFr167FOlNZ2LEoio8++gjVqlVDjx49cPHiRURGRuLbb78FAOl4de3aFeXKlUO7du3w559/4ubNm4iIiMCQIUNw584d3Lx5E2PHjsVff/2FW7du4eDBg7h+/XqB96ETaYOKdTnJKCAgAFlZWbh58yaysrIgiiJEUcTatWsBAEOGDMHt27fx8uVL3Lp1C1OmTIGhoWGu9djZ2SEuLi7X2CkTJkxAcnIyYmJict2KRO+fnD3yiOTCnJEuYoGuJREREdIV2ezXpEmT4ODggMjISGRlZeHjjz+Gh4cHhg0bBisrK+ns3rx589CgQQO0bdsWLVq0gL+/P9zc3KTnz9ra2mLt2rXYunUr3N3dMWPGDMyZM6fYbdy+fTt8fX3RuXNnuLu7Y/To0cW6J3DVqlV49OgR6tati27dumHIkCEoX758kZcvyrEojJ6eHnbt2oW0tDT4+voiNDRUGsU9+3iZmJjg2LFjcHJywqeffgo3Nzf07t0bz58/h4WFBUxMTHDlyhV07NgRLi4u6NOnDwYOHIi+ffsWeV+IiIiIiIgKI4g8dfTOe/r0KSpWrIi5c+eid+/e2m6OzouMjESjRo1w48YNjUHu5JKamgpLS0s4f7UZoqGp7Nuj95OeIMLPVsTp++ziToWLm9HmjZZTq9WIj4+Hk5MTu4SSbJgzUgJzRm8j+/N9SkpKgbfIvgneg/4OOn/+PK5cuQI/Pz+kpKRIjzbLa6RcAnbu3AkzMzPUqFEDN27cwNChQ+Hv769IcZ5TlsguKySfLBGIThaQxVOuJCNBEODg4MBRj0lWzBkpgTkjXcUC/R01Z84cXL16FYaGhqhXrx7+/PNPlCtXTtvN0klPnjzBmDFjEB8fj3LlyqFFixaYO3euFlrCPwAkJwEv1SKYM5KTIAjQ19fnB1qSFXNGSmDOSFexizuRzNjFnZTALu5UHOziTrqMOSMlMGf0NuTs4s40EhEREREREekAFuhEREREREREOoAFOhEREREREZEOYIFOpBDeF0xyyhIF3n9OslOpVLxfk2THnJESmDPSVRzFnUghl8I+hqWlpbabQaWUKIrIyMiAgYEBR6Ql2YiiiMzMTOaMZMWckRKYM9JVPGVEpBA+MIHkJIoi7t27x5yRrJgzUgJzRkpgzkhXsUAnIiIiIiIi0gEs0ImIiIiIiIh0AAt0IqJSgvfQkRKYM1ICc0ZKYM5IFwkib7wgklVqaiosLS2RkpICCwsLbTeHiIiIiIjegpyf73kFnUghPBdGchJFEenp6cwZyYo5IyUwZ6QE5ox0FQt0IoXwDwDJSRRFJCYmMmckK+aMlMCckRKYM9JVLNCJiIiIiIiIdAALdCIiIiIiIiIdwAKdiKiUMDAw0HYT6D3AnJESmDNSAnNGuoijuBPJjKO4ExERERGVHhzFnagU4LkwkpMoinjy5AlzRrJizkgJzBkpgTkjXcUCnUgh/ANAchJFEcnJycwZyYo5IyUwZ6QE5ox0FQt0IiIiIiIiIh3AAp2IiIiIiIhIB7BAJyIqJYyNjbXdBHoPMGekBOaMlMCckS7S13YDiN4XKhXPh5F8VCoV7OzstN0MKuWYM1ICc0ZKYM5IV7FAJ1LI6dOnYWZmpu1mUCkliiIyMzOhr68PQRC03Zz3Qv369bXdBMWJooiUlBRYWloyZyQb5oyUwJyRruIlPSKiUiIjI0PbTaBSThRFPH78mKMek6yYM1ICc0a6igU6ERERERERkQ5ggU5ERERERESkA1igExGVEvr6HFaE5MexNEgJzBkpgTkjXcRPc0QK4QAkJCdBEGBoaKjtZlApp1KpUK5cOW03g0o55oyUwJyRruIVdCKFcBASkpMoinj58iVzRrJSq9V48OAB1Gq1tptCpRhzRkpgzkhXsUAnIiolMjMztd0EKoJjx44hKCgIDg4OEAQBu3btyjVPTEwMPvnkE1haWsLU1BS+vr6Ij4+Xpg8fPhzW1tZwdHTEhg0bNJbdunUrgoKCZGt/WlqabOsmysackRKYM9JFLNALEBAQgGHDhpXoOkVRRJ8+fWBtbQ1BEBAdHZ1rnrVr18LKyqpEt/u6kJAQtG/fXtZtvCucnZ2xYMGCIs8fFhYGb29v2dpDRKXb06dP4eXlhaVLl+Y5PTY2Fo0aNULNmjURERGBixcvYvz48ShTpgwAYM+ePdi4cSMOHjyIWbNmITQ0FA8ePAAApKSkYNy4cfmum4iIiHTbO30PekhICB4/fpzn1QdddeDAAaxduxYRERGoWrWq1u59WbhwIbvCEhFpQatWrdCqVat8p48bNw6tW7fGrFmzpPeqVasm/T8mJgYBAQHw8fGBj48Phg0bhps3b6JcuXIYPXo0+vfvDycnJ1n3gYiIiOTBK+gKi42NRYUKFdCwYUPY29trbdRlS0tL2a/SE5GyDAwMtN0EektqtRq//fYbXFxcEBgYiPLly+ODDz7QOBHt5eWFs2fP4tGjR4iKikJ6ejqqV6+O48eP49y5cxgyZIhs7RMEAVZWVhz0kmTFnJESmDPSVaW6QJ83bx48PDxgamoKR0dHDBgwINe9JpGRkQgICICJiQnKli2LwMBAPHr0KM/1/fbbb7C0tMx1v19Of/zxB/z8/GBkZIQKFSrg66+/lu4LDQkJweDBgxEfHw9BEODs7Fxg+3ft2oUaNWqgTJkyCAwMxO3bt6VpeXVRHzZsGAICAqSvt23bBg8PDxgbG8PGxgYtWrTA06dP81w+ICAAQ4YMwejRo2FtbQ17e3uEhYVprP/x48cIDQ2Fra0tLCws0KxZM1y4cEGafuHCBTRt2hTm5uawsLBAvXr1cPbsWQDArVu3EBQUhLJly8LU1BS1atXCvn378t13Z2dnTJ06Fd27d4eZmRkqV66M3bt34/79+2jXrh3MzMzg6ekprT/b9u3bUatWLRgZGcHZ2Rlz587VmJ6UlISgoCAYGxujSpUqeX4vC9vPN8U/ACQnQRBgYGDAnL3jkpKSkJaWhhkzZqBly5Y4ePAgOnTogE8//RR//PEHACAwMBBffPEFfH19ERISgnXr1sHU1BT9+/fH8uXLsWzZMri6usLf3x+XL18u0fbxAy0pgTkjJTBnpKtKdYGuUqmwaNEiXL58GevWrcPRo0cxevRoaXp0dDSaN28Od3d3/PXXXzh+/DiCgoKQlZWVa10bN25E586dsWHDBnTt2jXP7d29exetW7eGr68vLly4gGXLlmHVqlWYOnUqgFfdyidPnoxKlSohISEBZ86cybftz549w7Rp07B+/XpERkbi8ePH6NSpU5H3PSEhAZ07d0avXr0QExODiIgIfPrppwV2a8/+kHfq1CnMmjULkydPxqFDh6Tpn332GZKSkrB//35ERUWhbt26aN68OR4+fAgA6Nq1KypVqoQzZ84gKioKX3/9tXRFb+DAgXjx4gWOHTuGS5cuYebMmYU+e3L+/Pnw9/fH+fPn0aZNG3Tr1g3du3fHF198gXPnzqFatWro3r27tE9RUVEIDg5Gp06dcOnSJYSFhWH8+PFYu3attM6QkBDcvn0b4eHh2LZtG77//nskJSVpbLew/SzMixcvkJqaqvECOIo7yUsURbx48YI5e8dljybcrl07fPXVV/D29sbXX3+Ntm3bYvny5dJ8YWFhuHHjBi5duoQOHTpg+vTpaNGiBQwMDDB16lQcP34coaGh6N69e4m3LzExkaMek6yYM1ICc0a66p2+B70wOQd4y74i269fP3z//fcAgFmzZsHHx0f6GgBq1aqVaz1Lly7FuHHjsGfPHjRp0iTf7X3//fdwdHTEkiVLIAgCatasiXv37mHMmDGYMGECLC0tYW5uDj09Pdjb2xfY9oyMDCxZsgQffPABgFfFs5ubG06fPg0/P79C9z0hIQGZmZn49NNPUblyZQCAh4dHgct4enpi4sSJAIAaNWpgyZIlOHLkCD766CMcP34cp0+fRlJSEoyMjAAAc+bMwa5du7Bt2zb06dMH8fHxGDVqFGrWrCmtI1t8fDw6duwotaFq1aqF7kPr1q3Rt29fAMCECROwbNky+Pr64rPPPgMAjBkzBg0aNEBiYiLs7e0xb948NG/eHOPHjwcAuLi44J9//sHs2bMREhKCa9euYf/+/Th9+jR8fX0BAKtWrYKbm5u0zaLsZ2GmT5+OSZMmFTofUUnL6+QivVvKlSsHfX19uLu7a7zv5uaG48eP57nMlStX8PPPP+P8+fNYvXo1GjduDFtbWwQHB6NXr1548uQJzM3NS6yN6enpJbYuovwwZ6QE5ox0Uam+gn748GE0b94cFStWhLm5Obp164bk5GQ8e/YMwP9dQS/Itm3b8NVXX+HQoUMFFufAq4F7GjRooNFVxt/fH2lpabhz506x2q6vry8VkQBQs2ZNWFlZISYmpkjLe3l5oXnz5vDw8MBnn32GFStW5Nt1P5unp6fG1xUqVJCuLl+4cAFpaWmwsbGBmZmZ9Lp58yZiY2MBvHrsT2hoKFq0aIEZM2ZI7wPAkCFDMHXqVPj7+2PixIm4ePFiofuQsz12dnYANE8yZL+X3caYmBj4+/trrMPf3x/Xr19HVlYWYmJioK+vj3r16knTs49rtqLsZ2HGjh2LlJQU6ZXz1gQiooIYGhrC19cXV69e1Xj/2rVr0snWnERRRN++fTFv3jyYmZkhKysLGRkZACD9yxM3RERE745SW6DHxcWhbdu28PT0xPbt2xEVFSU9dubly5cAAGNj40LXU6dOHdja2mL16tU61XVUpVLlak/2hzEA0NPTw6FDh7B//364u7tj8eLFcHV1xc2bN/Nd5+sDTAmCIHX7SUtLQ4UKFRAdHa3xunr1KkaNGgXgVZfLy5cvo02bNjh69Cjc3d2xc+dOAEBoaCj+/fdfdOvWDZcuXYKPjw8WL15c4D7mbE/2SY+83ivJrklF2c/CGBkZwcLCQuNFRJQtLS1N+t0CADdv3kR0dLT0nPNRo0Zh8+bNWLFiBW7cuIElS5Zgz549GDBgQK51rVy5Era2ttJzz/39/XH06FGcPHkS8+fPh7u7OwcEJSIieoeU2gI9KioKarUac+fORf369eHi4oJ79+5pzOPp6YkjR44UuJ5q1aohPDwcv/76KwYPHlzgvG5ubvjrr780CufIyEiYm5ujUqVKxWp/ZmamxgBoV69exePHj6Xu2La2tkhISNBY5vVnqguCAH9/f0yaNAnnz5+HoaGhVDAXV926dfHff/9BX18f1atX13jlfFSci4sLvvrqKxw8eBCffvop1qxZI01zdHREv379sGPHDowYMQIrVqx4o7bkx83NDZGRkRrvRUZGwsXFBXp6eqhZsyYyMzMRFRUlTc8+rsXdTyJdZGhoqO0mUBGcPXsWderUQZ06dQC86n1Up04dTJgwAQDQoUMHLF++HLNmzYKHhwdWrlyJ7du3o1GjRhrrSUxMxLRp07Bo0SLpPT8/P4wYMQJt2rTBli1bNH4HlwRBEGBjY8NBlUhWzBkpgTkjXfXO34OekpKSqzC1sbFB9erVkZGRgcWLFyMoKAiRkZEaA+wAr7oie3h4YMCAAejXrx8MDQ0RHh6Ozz77LFfRGR4ejoCAAOjr62PBggV5tmXAgAFYsGABBg8ejEGDBuHq1auYOHEihg8fDpWqeOdCDAwMMHjwYCxatAj6+voYNGgQ6tevL91/3qxZM8yePRvr169HgwYN8PPPP+Pvv/+WPvCdOnUKR44cwccff4zy5cvj1KlTuH//vsb91sXRokULNGjQAO3bt8esWbOkEx6//fYbOnTogFq1amHUqFH43//+hypVquDOnTs4c+YMOnbsCODVeACtWrWCi4sLHj16hPDw8DduS35GjBgBX19fTJkyBZ9//jn++usvLFmyRBpjwNXVFS1btkTfvn2xbNky6OvrY9iwYRo9KQrbTx8fnzduH/8AkJwEQdDaYxupeAICAgrtkdWrVy/06tWrwHns7OwQFxeX6/0JEyZIxX5JEwShRO9nJ8oLc0ZKYM5IV73zV9AjIiKkKxHZr0mTJsHLywvz5s3DzJkzUbt2bWzYsAHTp0/XWNbFxQUHDx7EhQsX4OfnhwYNGuDXX3/N80Ouq6srjh49il9++QUjRozIsy0VK1bEvn37cPr0aXh5eaFfv37o3bs3vv3222Lvl4mJCcaMGYMuXbrA398fZmZm2Lx5szQ9MDAQ48ePx+jRo+Hr64snT55ojNZrYWGBY8eOoXXr1nBxccG3336LuXPnolWrVsVuC/Dql9i+ffvQuHFj9OzZEy4uLujUqRNu3boFOzs76OnpITk5Gd27d4eLiwuCg4PRqlUrabC0rKwsDBw4EG5ubmjZsiVcXFw0BucrCXXr1sWWLVuwadMm1K5dGxMmTMDkyZMREhIizbNmzRo4ODigSZMm+PTTT9GnTx+UL1++yPv5NnTpFgkqfURRxPPnz5kzkpVarcbdu3c56jHJijkjJTBnpKsEkZ/miGSVmpoKS0tLHDp0qNBHyxG9KVEUkZ6eDmNjY/bWUEj9+vW13QTFqdVqxMfHw8nJqdg9w4iKijkjJTBn9DayP9+npKSU+HhTTCMRERERERGRDmCBTkRERERERKQDWKATEZUSRkZG2m4ClXKCIMDOzo63UZCsmDNSAnNGuopD/hIphH8ASE6CIEBPT0/bzaBSThAEjSdfEMmBOSMlMGekq3gFnUghHI+R5JQ9SBxzRnJSq9W4desWRz0mWTFnpATmjHQVC3QiolKCxTkpgTkjJTBnpATmjHQRC3QiIiIiIiIiHcB70IkU4uPjAysrK203g0opPs+ViIiI6N3HT3FECuEgcSQnQRDg4ODAnJGsmDNSAnNGSmDOSFexQCdSCP8AkJwEQYC+vj5zRrJizkgJzBkpgTkjXcUCnUghHCWU5JTdxZ05IzkxZ6QE5oyUwJyRrmKBTkRERERERKQDWKATERERERER6QAW6EREREREREQ6QBBFUdR2I4hKs9TUVFhaWiIlJQUWFhbabg6VYmq1mo9YI9kxZ6QE5oyUwJzRm5Lz8z0TSaQQngsjOYmiiMzMTOaMZMWckRKYM1ICc0a6igU6kUL4B4DkJIoi7t27x5yRrJgzUgJzRkpgzkhXsUAnIiIiIiIi0gEs0ImIiIiIiIh0AAt0IqJSQhAEbTeB3gPMGSmBOSMlMGekiziKO5HMOIo7EREREVHpwVHciUoBngsjOYmiiPT0dOaMZMWckRKYM1ICc0a6igU6kUL4B4DkJIoiEhMTmTOSFXNGSmDOSAnMGekqFuhEREREREREOoAFOhEREREREZEO0Nd2A4jeF96TDwKGptpuBpVSKkGEZ1kRFx/9DbX4/oxKGzejjbab8N4xMDDQdhPoPcCckRKYM9JFLNCJFKIWBXZZIdmoRQHRD9+fwpy0Q6VSoWLFitpuBpVyzBkpgTkjXcV6gUghAjgICclHgIjyZUTmjGQliiKePHnCQZVIVswZKYE5I13FAp1IISpe3CQZqQSgmoXInJGsRFFEcnIyP9CSrJgzUgJzRrqKBToRERERERGRDmCBTkRERERERKQDWKATKYQ9qEhOogikvGTOSH7GxsbabgK9B5gzUgJzRrqIo7gTKUQNjuJO8lFDwD+PeQM6yUulUsHOzk7bzaBSjjkjJTBnpKtYL5QCcXFxEAQB0dHR2m6KTgkICMCwYcO03QwJR9cmOQkQUcmUo7gX1bFjxxAUFAQHBwcIgoBdu3blO2+/fv0gCAIWLFig8f7w4cNhbW0NR0dHbNiwQWPa1q1bERQUJEPLtUsURTx+/JiDKpGsmDNSAnNGuuq9KdBDQkIgCEKuV8uWLbXdtLfm6OiIhIQE1K5dW9tNkYWzs3OuD8ZFsWPHDkyZMqXI88t9ooOja5OcVALgaMpR3Ivq6dOn8PLywtKlSwucb+fOnTh58iQcHBw03t+zZw82btyIgwcPYtasWQgNDcWDBw8AACkpKRg3blyh634X8QMtKYE5IyUwZ6Sr3qsu7i1btsSaNWs03jMyMtJSa0qOnp4e7O3ttd2MEvfy5UsYGhq+8fLW1tYl2BoiKk1atWqFVq1aFTjP3bt3MXjwYPz+++9o06aNxrSYmBgEBATAx8cHPj4+GDZsGG7evIly5cph9OjR6N+/P5ycnOTcBSIiIiqF3psr6MCrYtze3l7jVbZsWWn648eP0bdvX9jZ2aFMmTKoXbs29u7dK03fvn07atWqBSMjIzg7O2Pu3Lka63d2dsZ3332HXr16wdzcHE5OTvjxxx815rl06RKaNWsGY2Nj2NjYoE+fPkhLS5Omh4SEoH379vjuu+9gZ2cHKysrTJ48GZmZmRg1ahSsra1RqVIljRMNeV35vXz5Mtq2bQsLCwuYm5vjww8/RGxsbJ7HZe3atbCystJ4b9euXRCE/7sUFxYWBm9vb/z0009wdnaGpaUlOnXqhCdPnkjzqNVqzJo1C9WrV4eRkRGcnJwwbdo0afrt27cRHBwMKysrWFtbo127doiLi8u179OmTYODgwNcXV0REBCAW7du4auvvpJ6PQBAcnIyOnfujIoVK8LExAQeHh745ZdfNPbh9S7uhX1/qlSpAgCoU6cOBEFAQEAAjh07BgMDA/z3338a6x42bBg+/PDDPI8nEb371Go1unXrhlGjRqFWrVq5pnt5eeHs2bN49OgRoqKikJ6ejurVq+P48eM4d+4chgwZooVWExER0bvuvSrQC6JWq9GqVStERkbi559/xj///IMZM2ZAT08PABAVFYXg4GB06tQJly5dQlhYGMaPH4+1a9dqrGfu3Lnw8fHB+fPnMWDAAPTv3x9Xr14F8KpLZWBgIMqWLYszZ85g69atOHz4MAYNGqSxjqNHj+LevXs4duwY5s2bh4kTJ6Jt27YoW7YsTp06hX79+qFv3764c+dOnvty9+5dNG7cGEZGRjh69CiioqLQq1cvZGZmvtUxio2Nxa5du7B3717s3bsXf/zxB2bMmCFNHzt2LGbMmIHx48fjn3/+wcaNG6XBNzIyMhAYGAhzc3P8+eefiIyMhJmZGVq2bImXL19K6zhy5AiuXr2KQ4cOYe/evdixYwcqVaqEyZMnIyEhAQkJCQCA58+fo169evjtt9/w999/o0+fPujWrRtOnz5d4D4U9P3JXvbw4cNISEjAjh070LhxY1StWhU//fSTtI6MjAxs2LABvXr1KtbxYw8qkpMoAknpAnNWQmbOnAl9ff18C+3AwEB88cUX8PX1RUhICNatWwdTU1P0798fy5cvx7Jly+Dq6gp/f39cvnxZ4dbLy8zMTNtNoPcAc0ZKYM5IF71XXdz37t2b6wfxm2++wTfffIPDhw/j9OnTiImJgYuLCwCgatWq0nzz5s1D8+bNMX78eACAi4sL/vnnH8yePRshISHSfK1bt8aAAQMAAGPGjMH8+fMRHh4OV1dXbNy4Ec+fP8f69ethamoKAFiyZAmCgoIwc+ZMqZi1trbGokWLoFKp4OrqilmzZuHZs2f45ptvAPxfIXz8+HF06tQp134uXboUlpaW2LRpEwwMDKT2vi21Wo21a9fC3NwcANCtWzccOXIE06ZNw5MnT7Bw4UIsWbIEPXr0AABUq1YNjRo1AgBs3rwZarUaK1eulK6Cr1mzBlZWVoiIiMDHH38MADA1NcXKlSs1urbr6enB3Nxcoxt/xYoVMXLkSOnr7G6oW7ZsgZ+fX777UND3x9bWFgBgY2Ojsa3evXtjzZo1GDVqFIBX954+f/4cwcHBeW7jxYsXePHihfR1amrqq+PHUdxJRmoIiH1S+HxUuKioKCxcuBDnzp3T6En0urCwMISFhUlfT5o0CS1atICBgQGmTp2KS5cuYe/evejevTuioqIUaLn8VCoVypUrp+1mUCnHnJESmDPSVe9VvdC0aVNER0drvPr16wcAiI6ORqVKlfItZGNiYuDv76/xnr+/P65fv46srCzpPU9PT+n/giDA3t4eSUlJ0jq8vLyk4jx7HWq1WrqKCwC1atWCSvV/3xo7Ozt4eHhIX+vp6cHGxkZa7+uio6Px4YcfSsV5SXF2dpaKcwCoUKGCxr69ePECzZs3z3PZCxcu4MaNGzA3N4eZmRnMzMxgbW2N58+fa3S99/DwKNJ951lZWZgyZQo8PDxgbW0NMzMz/P7774iPjy9wuYK+P/kJCQnBjRs3cPLkSQCvbgkIDg7W+D7mNH36dFhaWkovR0dHAICKo2uTjFQQUc1cZM5KwJ9//omkpCQ4OTlBX18f+vr6uHXrFkaMGAFnZ+c8l7ly5Qp+/vlnTJkyBREREWjcuDFsbW0RHByMc+fOadwO9C5Tq9V48OAB1Gq1tptCpRhzRkpgzkhXvVdX0E1NTVG9evU8pxkbG5fINl4vigVBKPYPfl7rKM56i7svKpUq1wiWGRkZRWpXdhsK22ZaWhrq1auX61FEAKQr1wDyLXpfN3v2bCxcuBALFiyAh4cHTE1NMWzYMI3u8nl5k+9P+fLlERQUhDVr1qBKlSrYv38/IiIi8p1/7NixGD58uPR1amoqHB0dIQhg6USyEQSgvLGIuDQG7W1169YNLVq00HgvMDAQ3bp1Q8+ePXPNL4oi+vbti3nz5sHMzAxZWVnS79Dsf3OeyH3XpaWlcRBOkh1zRkpgzkgXvVcFekE8PT1x584dXLt2Lc+r6G5uboiMjNR4LzIyEi4uLtJ96oVxc3PD2rVr8fTpU6kQjYyMlLqylxRPT0+sW7cOGRkZRbqKbmtriydPnmi0q7iPGqtRowaMjY1x5MgRhIaG5ppet25dbN68GeXLl4eFhUWx1m1oaJjrw21kZCTatWuHL774AsCrs6DXrl2Du7t7sdb9+naAvD9Ih4aGonPnzqhUqRKqVauWqzdFTkZGRqXi6QBEpVlaWhpu3LghfX3z5k1ER0fD2toaTk5OsLGx0ZjfwMAA9vb2ef6uXrlyJWxtbaXnnvv7+yMsLAwnT57E/v374e7unmsgTiIiIqK8vFdd3F+8eIH//vtP45X93NomTZqgcePG6NixIw4dOoSbN29i//79OHDgAABgxIgROHLkCKZMmYJr165h3bp1WLJkicZ90IXp2rUrypQpgx49euDvv/9GeHg4Bg8ejG7dukn3n5eEQYMGITU1FZ06dcLZs2dx/fp1/PTTTxrd6HP64IMPYGJigm+++QaxsbHYuHFjrsHvClOmTBmMGTMGo0ePxvr16xEbG4uTJ09i1apVAF7te7ly5dCuXTv8+eefuHnzJiIiIjBkyJB8B7vL5uzsjGPHjuHu3bvS96tGjRo4dOgQTpw4gZiYGPTt2xeJiYnFavPrypcvD2NjYxw4cACJiYlISUmRpgUGBsLCwgJTp07N8woaEb1bzp49izp16qBOnToAgOHDh6NOnTqYMGFCsdaTmJiIadOmYdGiRdJ7fn5+GDFiBNq0aYMtW7bkerwnERERUX7eqwL9wIEDqFChgsYrexAz4NVj1Hx9fdG5c2e4u7tj9OjR0tXUunXrYsuWLdi0aRNq166NCRMmYPLkyRoDxBXGxMQEv//+Ox4+fAhfX1/873//Q/PmzbFkyZIS3U8bGxscPXoUaWlpaNKkCerVq4cVK1bkezXd2toaP//8M/bt2yc9riznwEdFNX78eIwYMQITJkyAm5sbPv/8c+n+bhMTExw7dgxOTk749NNP4ebmht69e+P58+eFXlGfPHky4uLiUK1aNak7/Lfffou6desiMDAQAQEBsLe3R/v27Yvd5pz09fWxaNEi/PDDD3BwcEC7du2kaSqVCiEhIcjKykL37t3faP1qdjsmGalF4PZTgTkrooCAAIiimOuV38nJuLg4jcc2ZrOzs0NcXBwcHBw03p8wYQKSk5MRExNT4MCV7xpBEGBlZVXg4HlEb4s5IyUwZ6SrBPH1m4+JKE+9e/fG/fv3sXv37mItl5qa+mqwuGFboDIykal1RO+nuBlttN0EIiIies9kf75PSUkp9u27hXmvrqATvYmUlBQcP34cGzduxODBg994PRxdm+Skggh3KzVzRrJSq9VITEzkqMckK+aMlMCcka7iIHFEhWjXrh1Onz6Nfv364aOPPnrj9XAUd5KTIACWhq/+ZdBITunp6dpuAr0HmDNSAnNGuogFOlEhCnqkGhERERERUUlhF3ciIiIiIiIiHcACnUghHF2b5KQWgdhUjuJO8hIEATY2Nhz1mGTFnJESmDPSVeziTqQQEQL4J4DkIkJA0nNtt4JKO0EQYG5uru1mUCnHnJESmDPSVbyCTqQQlcBLmyQflSDC21rNnJGs1Go17t69y1GPSVbMGSmBOSNdxSvoRAqJnvAxrKystN0MKqXUajXi4+Ph5OQElYrnXkk+GRkZ2m4CvQeYM1ICc0a6iJ/iiIiIiIiIiHQAC3QiIiIiIiIiHcACnUghHCWU5CQIAuzs7JgzkhVzRkpgzkgJzBnpKt6DTqQQ/gEgOQmCAGNjY203g0o55oyUwJyREpgz0lW8gk6kEI4SSnJSq9W4desWc0ayYs5ICcwZKYE5I13FAp2IqJQQRT5ijeTHnJESmDNSAnNGuogFOhEREREREZEOYIFOREREREREpANYoBMphIPEkZwEQYCDgwNzRrJizkgJzBkpgTkjXcUCnUgh/ANAchIEAfr6+swZyYo5IyUwZ6QE5ox0FQt0IoVwlFCSk1qtRnx8PHNGsmLOSAnMGSmBOSNdxQKdiIiIiIiISAewQCciIiIiIiLSASzQiYiIiIiIiHSAIIqiqO1GEJVmqampsLS0REpKCiwsLLTdHCrF1Go1VCqedyV5MWekBOaMlMCc0ZuS8/M9E0mkEJ4LIzmJoojMzEzmjGTFnJESmDNSAnNGuooFOpFC+AeA5CSKIu7du8eckayYM1ICc0ZKYM5IV+lruwFE74s6kw9CNDTVdjOolNITRPjZijh9/29kico/0zVuRhvFt0lERERU2vAKOhEREREREZEOYIFORFRKqNlLjxQgCMr30KD3D3NGSmDOSBexizuRQrJEgWfESDZZooBT9/lBg+SlUqlQuXJlbTeDSjnmjJTAnJGuYr1ApBABvLxJ8hEgwtJQZM5IVqIoIj09nYMqkayYM1ICc0a6igU6kUJUvLhJMlIJgLuVyJyRrERRRGJiIj/QkqyYM1ICc0a6igU6ERERERERkQ5ggU5ERERERESkA1igEymEHahITiKA9Mx3L2fHjh1DUFAQHBwcIAgCdu3aJU3LyMjAmDFj4OHhAVNTUzg4OKB79+64d++exjqGDx8Oa2trODo6YsOGDRrTtm7diqCgICV25b1hYGCg7SbQe4A5IyUwZ6SLWKCTTnJ2dsaCBQtKdJ0REREQBAGPHz8u0fUWlVrkzcEkH7UoIPqh6p3L2dOnT+Hl5YWlS5fmmvbs2TOcO3cO48ePx7lz57Bjxw5cvXoVn3zyiTTPnj17sHHjRhw8eBCzZs1CaGgoHjx4AABISUnBuHHj8lw3vRmVSoWKFStCpeLHB5IPc0ZKYM5IVzGROiwkJASCIEAQBBgaGqJ69eqYPHkyMjMztd00nRcQEIBhw4ZpvNewYUMkJCTA0tJSK23i6NokJwEiypd590Zxb9WqFaZOnYoOHTrkmmZpaYlDhw4hODgYrq6uqF+/PpYsWYKoqCjEx8cDAGJiYhAQEAAfHx907twZFhYWuHnzJgBg9OjR6N+/P5ycnBTdp9JMFEU8efKEgyqRrJgzUgJzRrqKBbqOa9myJRISEnD9+nWMGDECYWFhmD17tmzbe/nypWzr1vb2DQ0NYW9vD0HQzhVGjq5NclIJQDWL0j+Ke0pKCgRBgJWVFQDAy8sLZ8+exaNHjxAVFYX09HRUr14dx48fx7lz5zBkyBDtNriUEUURycnJ/EBLsmLOSAnMGekqFug6zsjICPb29qhcuTL69++PFi1aYPfu3QCAR48eoXv37ihbtixMTEzQqlUrXL9+XWP57du3o1atWjAyMoKzszPmzp2rMd3Z2RlTpkxB9+7dYWFhgT59+uTZjoCAAAwePBjDhg1D2bJlYWdnhxUrVuDp06fo2bMnzM3NUb16dezfv19aJisrC71790aVKlVgbGwMV1dXLFy4UGO9ISEhaN++PaZNmwYHBwe4urrmuf2VK1fCysoKR44cAQD8/fffaNWqFcz+X3v3HV/T/f8B/HVuttwM2YksQiIkiKCCEnsXRYyUxOjXVqtWCaHEbq2iRoKarVHUHimNUStqh1QEsSuRECS55/eHR87PlSEh99wrXs/H4z4qZ37Ova8m933O53yOUgl7e3t069ZN6tYaGhqKP//8E3PnzpV6ICQkJOTo4h4VFQVLS0vs2bMH3t7eUCqV0gmRbJmZmRg8eDAsLS1hbW2NUaNGISQkBG3btn3HJ0dERe3FixcYNWqUdKUcAJo2bYqvvvoK1atXR2hoKFauXAlTU1P069cPixcvxqJFi+Dl5YXatWvj4sWLWj4CIiIiovyxQP/ImJiYSFeZQ0NDcerUKWzbtg3Hjh2DKIpo0aIFMjIyAACnT59GUFAQOnfujPPnz2PixIkYP348oqKi1LY5a9YsVK5cGWfPnsX48ePz3PfKlSthY2ODv//+G4MGDUK/fv3QsWNH1KpVC2fOnEGTJk3QrVs3PH/+HACgUqng7OyMX3/9FZcuXUJYWBjGjh2LjRs3qm33wIEDuHr1Kvbt24cdO3bk2O+MGTMwevRo7N27Fw0bNkRycjIaNGgAPz8/nDp1Crt378b9+/cRFBQEAJg7dy4CAgLw9ddf4+7du7h79y5cXFxyPabnz59j1qxZWL16NQ4fPozExESMGDFCmj99+nSsWbMGkZGRiImJwdOnT9UGscrNy5cv8fTpU7UXEX2YjIwMBAUFQRRFLFq0SG3exIkTcf36dZw/fx7t2rVDREQEGjVqBAMDA3z//ff466+/0Lt3b3Tv3l1LrSciIiIqGH1tN4AKRhRFHDhwAHv27MGgQYNw7do1bNu2DTExMahVqxYAYM2aNXBxccHWrVvRsWNHzJkzBw0bNpSKbk9PT1y6dAkzZ85EaGiotO0GDRpg+PDh72xD5cqVMW7cOADAmDFjMG3aNNjY2ODrr78GAISFhWHRokX4559/ULNmTRgYGCA8PFxav3Tp0jh27Bg2btwoFdMAYGpqimXLlsHQ0DDHPkeNGoXVq1fjzz//RMWKFQEACxYsgJ+fH6ZOnSott2LFCri4uCAuLg6enp4wNDREiRIl4ODgkO8xZWRkYPHixfDw8AAADBw4EJMmTZLmz58/H2PGjJHuj12wYAF27tyZ7zYjIiLUjjsbe1CRJokikPKqeOYsuzi/efMmDh48KF09z82VK1fwyy+/4OzZs1ixYgXq1q0LW1tbBAUFoWfPnkhNTYWZmZmMrS9+TExMtN0E+gQwZyQH5ox0EQt0Hbdjxw4olUpkZGRApVKha9eumDhxIg4cOAB9fX189tln0rLW1tbw8vLC5cuXAbwePKlNmzZq26tduzZ+/PFHZGVlQU9PDwBQrVq1ArWlUqVK0r/19PRgbW0NX19faZq9vT0A4MGDB9K0hQsXYsWKFUhMTER6ejpevXqFKlWqqG3X19c31+J89uzZePbsGU6dOoUyZcpI08+dO4dDhw5BqVTmWCc+Ph6enp4FOh4AKFGihFScA4Cjo6PU/pSUFNy/fx81atRQO25/f3+oVKo8tzlmzBgMGzZM+vnp06dwcXGBCgK7rJDGqCDgUnLxuwE9uzi/du0aDh06BGtr6zyXFUURffr0wZw5c6BUKpGVlSX1KMr+b1ZWliztLq4UCoX0u55IU5gzkgNzRrqKBbqOq1+/PhYtWgRDQ0M4OTlBX7/oPzJTU9MCLff2syIFQVCblj34Wnbxun79eowYMQKzZ89GQEAAzMzMMHPmTJw4caJA+//888/xxx9/YOPGjRg9erQ0PS0tDa1bt8b06dNzrOPo6FigY8nvmD50sBAjIyMYGRnlmP6xja5NHxcBIkqZAneeASI+nkI9LS0N169fl36+ceMGYmNjYWVlBUdHR3To0AFnzpzBjh07kJWVhXv37gEArKyscpzYW7ZsGWxtbaXnnteuXRsTJ07E8ePHsWvXLlSoUEEaXI7ejyiKSElJgYWFhdYG3KTijzkjOTBnpKtYoOs4U1NTlC1bNsd0b29vZGZm4sSJE1IX98ePH+Pq1auoUKGCtExMTIzaejExMfD09JSunmtSdvf7/v37S9Pi4+MLvH6NGjUwcOBANGvWDPr6+tK94VWrVsWmTZvg7u6e5wkLQ0PDD75SZmFhAXt7e5w8eRJ169YF8Prq25kzZ3L0AigIhQCW6KQxCgFwMRVx97mArI8oaKdOnUL9+vWln7N7n4SEhGDixInSoJhv/z936NAhBAYGSj/fv38fU6ZMwdGjR6VpNWrUwPDhw9GyZUvY2dlh5cqVmjuQT4QoikhOToa5uTm/0JLGMGckB+aMdBUL9I9UuXLl0KZNG3z99ddYsmQJzMzMMHr0aJQqVUrq1j58+HBUr14dkydPRqdOnXDs2DEsWLAAP/30k2xtXLVqFfbs2YPSpUtj9erVOHnyJEqXLl3gbdSqVQs7d+5E8+bNoa+vjyFDhmDAgAFYunQpunTpgpEjR8LKygrXr1/H+vXrsWzZMujp6cHd3R0nTpxAQkIClEolrKys3usYBg0ahIiICJQtWxbly5fH/Pnz8eTJE/4iJyoigYGB+fZaKWiPFnt7eyQkJOSYHhYWhrCwsPdtHhEREZGseEvsRywyMhL+/v5o1aoVAgICIIoidu7cKXXbrlq1KjZu3Ij169fDx8cHYWFhmDRpktoAcZrUp08ffPnll+jUqRM+++wzPH78WO1qekHVqVMHf/zxB8aNG4f58+fDyckJMTExyMrKQpMmTeDr64shQ4bA0tISCsXrSI8YMQJ6enqoUKECbG1tkZiY+F7HkP1Ip+7duyMgIABKpRJNmzaFsbHxe22PiIiIiIgoL4L4oTfcEn1CVCoVvL29ERQUhMmTJxdonadPn8LCwgJuQzYARgW735+osBQQUdoMuJH6esA4uSVMayn7Pkl+KpUK//33H6ysrKQTokRFjTkjOTBn9CGyv9+npKTk+3SZ98Eu7kT5uHnzJvbu3Yt69erh5cuXWLBgAW7cuIGuXbsWelscxZ00SQUB8anabgUVdwqFAjY2NtpuBhVzzBnJgTkjXcV6gSgfCoUCUVFRqF69OmrXro3z589j//798Pb2Lvy2OEQcaZACIjzMROaMNEqlUuHRo0f5PmqS6EMxZyQH5ox0Fa+gE+XDxcUlx0j470vgKO6kQYIA2JmISEhj0Eiz0tLS3nvgTaKCYs5IDswZ6SJeQSciIiIiIiLSASzQiYiIiIiIiHQAC3QimajY7Zg0SCUCt54JzBlplCAIsLS0hCDI/6QA+nQwZyQH5ox0Fe9BJ5KJCEELD7+iT4UIAbefabsVVNxlf6El0iTmjOTAnJGuYoFOJJN/JjTmHwLSGJVKhYcPH8LW1pbPcyWNYc5IDswZyYE5I13FNBIRFRPp6enabgJ9ApgzkgNzRnJgzkgXsUAnIiIiIiIi0gEs0ImIiIiIiIh0AAt0IplwlFDSJEEQYG1tzZyRRjFnJAfmjOTAnJGu4iBxRDLhHwDSJEEQYGZmpu1mUDHHnJEcmDOSA3NGuopX0IlkolKptN0EKsZUKhXu3LnDnJFGMWckB+aM5MCcka5igU5EVExkZGRouwn0CWDOSA7MGcmBOSNdxAKdiIiIiIiISAewQCciIiIiIiLSASzQiWTCQeJIkwRBgL29PXNGGsWckRyYM5IDc0a6iqO4E8mEfwBIkwRBgImJibabQcUcc0ZyYM5IDswZ6SpeQSeSCUcJJU1SqVS4efMmc0YaxZyRHJgzkgNzRrqKBToRUTEhiqK2m0CfAOaM5MCckRyYM9JFLNCJiIiIiIiIdAALdCIiIiIiIiIdwAKdSCYcJI40SRAEODk5MWekUcwZyYE5IzkwZ6SrWKATyYR/AEiTBEGAvr4+c0YaxZyRHJgzkgNzRrqKj1kjkknlibshGppquxlUAAnTWmq7CYWmUqmQmJgIV1dXKBQ890qawZyRHJgzkgNzRrqKaSQiIiIiIiLSASzQiYiIiIiIiHQAC3QiIiIiIiIiHcACnUgmWSIHISHNUSgUvI+ONI45IzkwZyQH5ox0FRNJJBtR2w2gYkwURWRmZkIUmTPSHOaM5MCckRyYM9JVLNCJZKLHC+ikQaIoIikpiV80SKOYM5IDc0ZyYM5IV7FAJyIqAu7u7hAEIcdrwIABAIBZs2bBzs4OdnZ2mD17ttq6J06cgL+/PzIzM7XRdCIiIiLSESzQtczd3R0//vhjgZaNioqCpaWlRtujKxISEiAIAmJjY7XdFKICOXnyJO7evSu99u3bBwDo2LEj/vnnH4SFhWH9+vVYt24dxo0bh/PnzwMAMjMz0bdvXyxevBj6+vraPAQiIiIi0jIW6EUkNDRUumJmaGiIsmXLYtKkSe+8Inby5En873//K9A+OnXqhLi4uKJobq7q16+PZcuWaWz72QRBwNatW/NdxsXFBXfv3oWPj4/G20NUFGxtbeHg4CC9duzYAQ8PD9SrVw9XrlxBpUqV0KBBAzRs2BCVKlXClStXAAAzZ85E3bp1Ub169Q9ugyDwPgrSPOaM5MCckRyYM9JFvFxThJo1a4bIyEi8fPkSO3fuxIABA2BgYIAxY8bkWPbVq1cwNDSEra1tgbdvYmICExOTomyy5L///kNMTAzWr1+vke0Xlp6eHhwcHLTdjCKVJQo8I/aJePXqFX755RcMGzYMgiDA19cXcXFxSExMhCiKiIuLg4+PD+Lj4xEZGYnTp09/8D4VCgXc3NyKoPVEeWPOSA7MGcmBOSNdxXqhCBkZGcHBwQFubm7o168fGjVqhG3btgF4fYW9bdu2mDJlCpycnODl5QUgZxf35ORk9OnTB/b29jA2NoaPjw927NgBIGcX94kTJ6JKlSpYvXo13N3dYWFhgc6dOyM1NVVaJjU1FcHBwTA1NYWjoyN++OEHBAYGYsiQIWpt/+OPP1C1alXY29sDAC5evIhWrVrB3NwcZmZm+PzzzxEfHw8AUKlUmDRpEpydnWFkZIQqVapg9+7d0rZevXqFgQMHwtHREcbGxnBzc0NERIR0vADQrl07CIIg/fy2t7u4P3nyBMHBwbC1tYWJiQnKlSuHyMjId+4vt67yycnJEAQB0dHR0rQLFy6gefPmUCqVsLe3R7du3fDo0SNp/m+//QZfX1+YmJjA2toajRo1wrNnz3Jte14EjuL+ydi6dSuSk5MRGhoKAPD29sbUqVPRuHFjNGnSBBEREfD29kafPn0wY8YM7NmzBz4+PvDz88Phw4ffa5+iKCI9PZ2D3ZBGMWckB+aM5MCcka7iFXQNMjExwePHj6WfDxw4AHNzc+ne1LepVCo0b94cqamp+OWXX+Dh4YFLly5BT08vz33Ex8dj69at2LFjB548eYKgoCBMmzYNU6ZMAQAMGzYMMTEx2LZtG+zt7REWFoYzZ86gSpUqatvZtm0b2rRpAwC4c+cO6tati8DAQBw8eBDm5uaIiYmRuuvPnTsXs2fPxpIlS+Dn54cVK1bgiy++wMWLF1GuXDnMmzcP27Ztw8aNG+Hq6opbt27h1q1bAF536bezs0NkZCSaNWuW77G9afz48bh06RJ27doFGxsbXL9+Henp6QCQ7/4KIjk5GQ0aNEDv3r3xww8/ID09HaNGjUJQUBAOHjyIu3fvokuXLpgxYwbatWuH1NRUHDlyJM9f6C9fvsTLly+ln58+fQoAUAh80NqnYvny5WjevDmcnJykaX379kXfvn2ln1euXAkzMzMEBATAy8sLJ0+exO3bt9G5c2fcuHEDRkZGhdqnKIq4f/8+XF1d2WWPNIY5IzkwZyQH5ox0FQt0DRBFEQcOHMCePXswaNAgabqpqSmWLVsGQ0PDXNfbv38//v77b1y+fBmenp4AgDJlyuS7L5VKhaioKJiZmQEAunXrhgMHDmDKlClITU3FypUrsXbtWjRs2BAAEBkZqVY0AK8Lyt27d2PixIkAgIULF8LCwgLr16+HgYEBAEjtAV6PRj1q1Ch07twZADB9+nQcOnQIP/74IxYuXIjExESUK1cOderUgSAIat2Hsrv0W1paFqoLe2JiIvz8/FCtWjUAULvynt/+CmLBggXw8/PD1KlTpWkrVqyAi4sL4uLikJaWhszMTHz55ZfStn19ffPcXkREBMLDwwvVBio+bt68if3792Pz5s15LvPo0SOEh4fj8OHDOHHiBDw9PVGuXDmUK1cOGRkZiIuLyzdjRERERFQ8sYt7EdqxYweUSiWMjY3RvHlzdOrUSSp6gddFXV7FOQDExsbC2dlZrRh+F3d3d6k4BwBHR0c8ePAAAPDvv/8iIyMDNWrUkOZbWFhI3euzHTx4EHZ2dqhYsaLUjs8//1wqzt/09OlTJCUloXbt2mrTa9eujcuXLwN43Z0/NjYWXl5eGDx4MPbu3Vvg48lLv379sH79elSpUgUjR47E0aNHpXkfur9z587h0KFDUCqV0qt8+fIAXvdQqFy5Mho2bAhfX1907NgRS5cuxZMnT/Lc3pgxY5CSkiK9CnM1nz5+kZGRsLOzQ8uWLfNcZujQoRg6dCicnZ2RlZWFjIwMaV5mZiaysrLkaCoRERER6RgW6EWofv36iI2NxbVr15Ceno6VK1fC1NRUmv/mv3PzPgPAvV1EC4IAlUpVqG1s27YNX3zxxQe1401Vq1bFjRs3MHnyZKSnpyMoKAgdOnT4oG02b94cN2/exNChQ5GUlISGDRtixIgR79yfQvE64m92R3+zGAKAtLQ0tG7dGrGxsWqva9euoW7dutDT08O+ffuwa9cuVKhQAfPnz4eXlxdu3LiRa1uNjIxgbm6u9gLYvf1ToFKpEBkZiZCQkDwfmbZv3z7ExcVJz0evXr06rly5gl27duHnn3+Gnp5ejpNoBZXbSTWiosackRyYM5IDc0a6iAV6ETI1NUXZsmXh6ur6Xs8zrlSpEm7fvl1kj1IrU6YMDAwMcPLkSWlaSkqK2vZFUcT27dul+8+z23HkyJEchSwAmJubw8nJCTExMWrTY2JiUKFCBbXlOnXqhKVLl2LDhg3YtGkT/vvvPwCvfxm+zxVCW1tbhISE4JdffsGPP/6In3/++Z37y+5Sf/fuXWnZt5+tXrVqVVy8eBHu7u4oW7as2iv7pIogCKhduzbCw8Nx9uxZGBoaYsuWLYVqv0rk/U3F3f79+5GYmIiePXvmOj89PR0DBw7EkiVLpJNHzs7OmD9/Pnr06IEpU6Zg5cqV73WSTKFQoFSpUtJ2iTSBOSM5MGckB+aMdBXvQdch9erVQ926ddG+fXvMmTMHZcuWxZUrVyAIApo1a1bo7ZmZmSEkJATffvstrKysYGdnhwkTJkChUEiDYZw+fRrPnz9HnTp1pPUGDhyI+fPno3PnzhgzZgwsLCxw/Phx1KhRA15eXvj2228xYcIEeHh4oEqVKoiMjERsbCzWrFkDAJgzZw4cHR3h5+cHhUKBX3/9FQ4ODtII9O7u7jhw4ABq164NIyMjlCxZ8p3HEhYWBn9/f1SsWBEvX77Ejh074O3t/c79KRQK1KxZE9OmTUPp0qXx4MEDjBs3Tm3bAwYMwNKlS9GlSxeMHDkSVlZWuH79OtavX49ly5bh1KlTOHDgAJo0aQI7OzucOHECDx8+lPZfUBzFvfhr0qRJvqPBmpiY4OrVqzmm9+7dG7179/6gfYuiiLS0NCiVSg52QxrDnJEcmDOSA3NGuoqnjHTMpk2bUL16dXTp0gUVKlTAyJEjP+h+1Dlz5iAgIACtWrVCo0aNULt2bXh7e8PY2BgA8Pvvv6NFixZqV/ytra1x8OBBpKWloV69evD398fSpUulbkCDBw/GsGHDMHz4cPj6+mL37t3Ytm0bypUrB+D1iYEZM2agWrVqqF69OhISErBz507pDOXs2bOxb98+uLi4wM/Pr0DHYWhoiDFjxqBSpUpSt/PsZ7a/a38rVqxAZmYm/P39MWTIEHz//fdq287uEZCVlYUmTZrA19cXQ4YMkQp8c3NzHD58GC1atICnpyfGjRuH2bNno3nz5oX6LBT83U8aJIoiHj9+zMfFkEYxZyQH5ozkwJyRrhJEpvKT8uzZM5QqVQqzZ89Gr169UKlSJYwbNw5BQUHablqx9fTpU1hYWMB96AaIhvmPQ0C6IWFa3gO86SqVSoXExES4urqyux5pDHNGcmDOSA7MGX2I7O/3KSkp0nhTRYVd3Iu5s2fP4sqVK6hRowZSUlIwadIkAECbNm3w6tUrtG/fvtBXgomIiIiIiKjosUD/BMyaNQtXr16FoaEh/P39ceTIEdjY2AAAJkyYoOXWfTrYV4U07UOfwEBUEMwZyYE5IzkwZ6SLWKAXc35+fjh9+rS2m0EAVBA46ANpjEKhgL29vbabQcUcc0ZyYM5IDswZ6SrWC0Qy4SjupEmiKCI5OZmD3ZBGMWckB+aM5MCcka5igU4kE47iTprELxokB+aM5MCckRyYM9JVLNCJiIiIiIiIdAALdCIiIiIiIiIdwEHiiGRyNqwJLC0ttd0MKsaUSqW2m0CfAOaM5MCckRyYM9JFLNCJZKJQsMMKaY5CoZAen0ikKcwZyYE5IzkwZ6SrWDEQyUSlUmm7CVSMqVQqPHr0iDkjjWLOSA7MGcmBOSNdxQKdiKiYSEtL03YT6BPAnJEcmDOSA3NGuogFOhEREREREZEOYIFOREREREREpANYoBPJRBAEbTeBijFBEGBpacmckUYxZyQH5ozkwJyRruIo7kQy4R8A0qTsLxpEmsSckRyYM5IDc0a6ilfQiWTCUUJJk1QqFe7fv8+ckUYxZyQH5ozkwJyRrmKBTkRUTKSnp2u7CfQJYM5IDswZyYE5I13EAp2IiIiIiIhIB7BAJyIiIiIiItIBLNCJZMJB4kiTBEGAtbU1c0YaxZyRHJgzkgNzRrqKo7gTyYR/AEiTBEGAmZmZtptBxRxzRnJgzkgOzBnpKl5BJ5IJRwklTVKpVLhz5w5zRhrFnJEcmDOSA3NGuooFOhFRMZGRkaHtJtAngDkjOTBnJAfmjHQRC3QiIiIiIiIiHcACnYiIiIiIiEgHcJA4IpmcOnUKSqVS282gAqhZs6a2m1BogiDA3t6egxGSRjFnJAfmjOTAnJGuYoFOJBP+ASBNEgQBJiYm2m4GFXPMGcmBOSM5MGekq9jFnUgmoihquwlUjKlUKty8eZOj0ZJGMWckB+aM5MCcka5igU5EVEzwJBDJgTkjOTBnJAfmjHQRC3QiIiIiIiIiHcACnYiIiIiIiEgHsEAnIioGBEGAk5MTByMkjWLOSA7MGcmBOSNdxQKdSCb8A0CaJAgC9PX1mTPSKOaM5MCckRyYM9JVOl+gBwYGYsiQIUW6TVEU8b///Q9WVlYQBAGxsbEFWi8qKgqWlpZF2hY5JSQkvPN4nz9/jvbt28Pc3ByCICA5OVm29hU1Xfu8OBBJ8ebu7g5BEHK8BgwYAACYNWsW7OzsYGdnh9mzZ6ute+LECfj7+yMzM/O9969SqZCYmMjRaEmjmDOSA3NGcmDOSFd98HPQQ0NDkZycjK1btxZBc+Sxe/duREVFITo6GmXKlIGNjY22m6QzVq5ciSNHjuDo0aOwsbGBhYWFtpukMxISElC6dGmcPXsWVapU0XZzSMecPHkSWVlZ0s8XLlxA48aN0bFjR/zzzz8ICwvDjh07IIoiWrVqhSZNmsDX1xeZmZno27cvfv75Z+jrf/CvZCIiIiL6iH2S3wbj4+Ph6OiIWrVqabspOic+Ph7e3t7w8fF5721kZWVBEAQoFB/eQaMot0WkSba2tmo/T5s2DR4eHqhXrx5+/fVXVKpUCQ0aNAAAVKpUCVeuXIGvry9mzpyJunXronr16tpoNhERERHpEI1XPXPmzIGvry9MTU3h4uKC/v37Iy0tTW2ZmJgYBAYGokSJEihZsiSaNm2KJ0+e5Lq9P/74AxYWFlizZk2e+/zzzz9Ro0YNGBkZwdHREaNHj5a6joaGhmLQoEFITEyEIAhwd3fPcztRUVFwdXVFiRIl0K5dOzx+/DjHMr///juqVq0KY2NjlClTBuHh4WrdVAVBwJIlS9CqVSuUKFEC3t7eOHbsGK5fv47AwECYmpqiVq1aiI+Pl9aJj49HmzZtYG9vD6VSierVq2P//v1q+3V3d8fUqVPRs2dPmJmZwdXVFT///LPaMn///Tf8/PxgbGyMatWq4ezZs3keK/D6doLZs2fj8OHDEAQBgYGBAIAnT56ge/fuKFmyJEqUKIHmzZvj2rVrau+TpaUltm3bhgoVKsDIyAiJiYk5th8dHQ1BEPDHH3+gUqVKMDY2Rs2aNXHhwoV3butdbSjI5xUaGoq2bduqTRsyZIh0nMDr7k4zZsxA2bJlYWRkBFdXV0yZMgUAULp0aQCAn5+f2vtD9LZXr17hl19+Qc+ePSEIAnx9fREXF4fExETcvHkTcXFx8PHxQXx8PCIjI/H9999ru8lEREREpAM0XqArFArMmzcPFy9exMqVK3Hw4EGMHDlSmh8bG4uGDRuiQoUKOHbsGP766y+0bt1aratotrVr16JLly5Ys2YNgoODc93fnTt30KJFC1SvXh3nzp3DokWLsHz5cukL8Ny5czFp0iQ4Ozvj7t27OHnyZK7bOXHiBHr16oWBAwciNjYW9evXz/El+siRI+jevTu++eYbXLp0CUuWLEFUVJRU0GWbPHkyunfvjtjYWJQvXx5du3ZFnz59MGbMGJw6dQqiKGLgwIHS8mlpaWjRogUOHDiAs2fPolmzZmjdunWOonf27NlS4d2/f3/069cPV69elbbRqlUrVKhQAadPn8bEiRMxYsSIvD4mAMDmzZvx9ddfIyAgAHfv3sXmzZsBvC5sT506hW3btuHYsWMQRREtWrRARkaGtO7z588xffp0LFu2DBcvXoSdnV2e+/n2228xe/ZsnDx5Era2tmjduvU7t/WuNhTk8yqIMWPGYNq0aRg/fjwuXbqEtWvXwt7eHsDrEx4AsH//frX3p6A4CMmnY+vWrUhOTkZoaCgAwNvbG1OnTkXjxo3RpEkTREREwNvbG3369MGMGTOwZ88e+Pj4wM/PD4cPH36vfSoUCri6urK3CWkUc0ZyYM5IDswZ6SqNd3F/c4A3d3d3fP/99+jbty9++uknAMCMGTNQrVo16WcAqFixYo7tLFy4EN999x22b9+OevXq5bm/n376CS4uLliwYAEEQUD58uWRlJSEUaNGISwsDBYWFjAzM4Oenh4cHBzy3M7cuXPRrFkz6WSCp6cnjh49it27d0vLhIeHY/To0QgJCQEAlClTBpMnT8bIkSMxYcIEabkePXogKCgIADBq1CgEBARg/PjxaNq0KQDgm2++QY8ePaTlK1eujMqVK0s/T548GVu2bMG2bdvUCvkWLVqgf//+0nZ/+OEHHDp0CF5eXli7di1UKhWWL18OY2NjVKxYEbdv30a/fv3yPGYrKyuUKFEChoaG0ntz7do1bNu2DTExMdItAWvWrIGLiwu2bt2Kjh07AgAyMjLw008/qbU7LxMmTEDjxo0BvL7n3dnZGVu2bJHeo7e3VZA2FOTzepfU1FTMnTsXCxYskD5TDw8P1KlTB8D/d2G2trbONzsvX77Ey5cvpZ+fPn0KgIPEfUqWL1+O5s2bw8nJSZrWt29f9O3bV/p55cqVMDMzQ0BAALy8vHDy5Encvn0bnTt3xo0bN2BkZFSofYqiiMzMTBgYGPBkEGkMc0ZyYM5IDswZ6SqNnzLav38/GjZsiFKlSsHMzAzdunXD48eP8fz5cwD/fwU9P7/99huGDh2Kffv25VucA8Dly5cREBCg9j9a7dq1kZaWhtu3bxe43ZcvX8Znn32mNi0gIEDt53PnzmHSpElQKpXS6+uvv8bdu3el4wNe32+aLftqrK+vr9q0Fy9eSIVcWloaRowYAW9vb1haWkKpVOLy5cs5rqC/uV1BEODg4IAHDx5I7c/uRp5X+wv6Pujr66u9F9bW1vDy8sLly5elaYaGhmrtyc+b7bCysnrntgrShoJ8Xu9y+fJlvHz58p15fJeIiAhYWFhILxcXlw/aHn1cbt68if3796N37955LvPo0SOEh4dj/vz5OHHiBDw9PVGuXDnUr18fGRkZiIuLK/R+RVFEUlISTwSRRjFnJAfmjOTAnJGu0miBnpCQgFatWqFSpUrYtGkTTp8+jYULFwJ4fY8mAJiYmLxzO35+frC1tcWKFSt06n+itLQ0hIeHIzY2VnqdP38e165dUyuMDQwMpH9nnzjIbVr2Yx5GjBiBLVu2YOrUqThy5AhiY2Ph6+srvWe5bTd7O9p6VISJiUmRnX0sym29SaFQ5MjPm13rC5LFghgzZgxSUlKk161bt4pku/RxiIyMhJ2dHVq2bJnnMkOHDsXQoUPh7OyMrKwstRxmZmbmeosPERERERV/Gi3QT58+DZVKhdmzZ6NmzZrw9PREUlKS2jKVKlXCgQMH8t2Oh4cHDh06hN9//x2DBg3Kd9nsQdjeLMRiYmJgZmYGZ2fnArfd29sbJ06cUJt2/PhxtZ+rVq2Kq1evomzZsjleH3I/S0xMDEJDQ9GuXTv4+vrCwcEBCQkJhdqGt7c3/vnnH7x48SLP9hd0O5mZmWrvxePHj3H16lVUqFCh0Nt7ux1PnjxBXFwcvL29P6gNBfm8bG1tcffuXbVpbz4Tvly5cjAxMckzj4aGhgDwzuLJyMgI5ubmai/6NKhUKkRGRiIkJCTPR6bt27cPcXFx0vPRq1evjitXrmDXrl34+eefoaenBy8vLzmbTUREREQ6okgK9JSUFLWryLGxsbh16xbKli2LjIwMzJ8/H//++y9Wr16NxYsXq607ZswYnDx5Ev3798c///yDK1euYNGiRXj06JHacp6enjh06BA2bdqkdl/72/r3749bt25h0KBBuHLlCn7//XdMmDABw4YNK1TRPHjwYOzevRuzZs3CtWvXsGDBghz3M4eFhWHVqlUIDw/HxYsXcfnyZaxfvx7jxo0r8H5yU65cOWzevBmxsbE4d+4cunbtWugr4127doUgCPj6669x6dIl7Ny5E7NmzXqvtrRp0wZff/01/vrrL5w7dw5fffUVSpUqhTZt2hR6ewAwadIkHDhwABcuXEBoaChsbGxyjK5e2DYU5PNq0KABTp06hVWrVuHatWuYMGGC2gjyxsbGGDVqFEaOHIlVq1YhPj4ex48fx/LlywEAdnZ2MDExwe7du3H//n2kpKS81/FT8bV//34kJiaiZ8+euc5PT0/HwIEDsWTJEun3kbOzM+bPn48ePXpgypQpWLly5Xv35uA9dCQH5ozkwJyRHJgz0kVFUqBHR0fDz89P7RUeHo7KlStjzpw5mD59Onx8fLBmzRpERESorevp6Ym9e/fi3LlzqFGjBgICAvD777/nevXJy8sLBw8exLp16zB8+PBc21KqVCns3LkTf//9NypXroy+ffuiV69ehS6aa9asiaVLl2Lu3LmoXLky9u7dm2MbTZs2xY4dO7B3715Ur14dNWvWxA8//AA3N7dC7ettc+bMQcmSJVGrVi20bt0aTZs2RdWqVQu1DaVSie3bt+P8+fPw8/PDd999h+nTp79XeyIjI+Hv749WrVohICAAoihi586dObrYF9S0adPwzTffwN/fH/fu3cP27dulq9Pv24aCfl7jx4/HyJEjUb16daSmpqJ79+5qy4wfPx7Dhw9HWFgYvL290alTJ+m+fn19fcybNw9LliyBk5NToU9Q8I9A8dekSROIoghPT89c55uYmODq1auoUqWK2vTevXvj3r17uHnzZr5d4/OjUCjg5ubG0WhJo5gzkgNzRnJgzkhXCaIu3dRNxVp0dDTq16+PJ0+ewNLSUtvNkc3Tp09hYWGBffv2QalUars5VAA1a9bUdhMKTRRFvHjxAsbGxjwZRBrDnJEcmDOSA3NGHyL7+31KSkqR387KU0ZERMWAKIq4f/++Tg2kScUPc0ZyYM5IDswZ6SoW6EREREREREQ6IPdhhok0IDAwkGcpiYiIiIiI8sAr6ERExcT7DtxIVBjMGcmBOSM5MGeki3gFnUgmHICENEmhUKBUqVLabgYVc8wZyYE5IzkwZ6SreAWdSCbs3k+aJIoiUlNTmTPSKOaM5MCckRyYM9JVLNCJiIoBURTx+PFjftEgjWLOSA7MGcmBOSNdxS7uRDKpVq3aJ/X8dyIiIiIiKhxeQSciIiIiIiLSASzQiYiKCRMTE203gT4BzBnJgTkjOTBnpIvYxZ1IJgoFz4eR5igUCtjb22u7GVTMMWckB+aM5MCcka5ixUAkEw5CQpokiiKSk5OZM9Io5ozkwJyRHJgz0lUs0Ilkwj8ApEn8okFyYM5IDswZyYE5I13FAp2IiIiIiIhIB7BAJyIiIiIiItIBLNCJiIoJpVKp7SbQJ4A5IzkwZyQH5ox0EUdxJ5IJR3EnTVIoFLCxsdF2M6iYY85IDswZyYE5I13FioFIJiqVSttNoGJMpVLh0aNHzBlpFHNGcmDOSA7MGekqFuhERMVEWlqatptAnwDmjOTAnJEcmDPSRSzQiYiIiIiIiHQAC3QiIiIiIiIiHcACnUgmgiBouwlUjAmCAEtLS+aMNIo5IzkwZyQH5ox0FUdxJ5IJ/wCQJmV/0SDSJOaM5MCckRyYM9JVvIJOJBOOEkqapFKpcP/+feaMNIo5IzkwZyQH5ox0FQt0IqJiIj09XdtNoE8Ac0ZyYM5IDswZ6SJ2cSeSyalTp6BUKrXdjI9GzZo1td0EIiIiIiJZ8Qo6ERERERERkQ5ggU5EVAwIggBra2sORkgaxZyRHJgzkgNzRrqKXdyJZMI/AKRJgiDAzMxM282gYo45IzkwZyQH5ox0Fa+gE8lEFEVtN4GKMZVKhTt37nA0WtIo5ozkwJyRHJgz0lUs0ImIiomMjAxtN4E+AcwZyYE5IzkwZ6SLWKATEREREdFHJzk5GYIgICEh4b3m64q2bdti4sSJuc6Ljo6GpaWlrO2R25o1a1CrVi1tN0Nn8B50IiIiIqJPkPvoPzS+j4RpLQu9Ts+ePREZGYlLly7B29tbA62iBg0a4NixY0hKSkLJkiWl6VFRUfjxxx8RGxub7/pF+RkFBwcjODj4ncsVtG2F4e7ujh9//BFt27Ytsm1+KF5BJ6JiY+LEiRAEQe1Vvnx5af6sWbNgZ2cHOzs7zJ49W23dEydOwN/fH5mZmXI3u0gIggB7e3sORkgaxZyRHJizT1tqaio2btwIKysrLF++XGP7EQQBVlZWn2TO/v33X0RHR6NEiRJYs2ZNodeX6zP6VH0yBbogCNi6datG9xEVFaXVLihyHGO20NDQQp9pyj5D9an6FP8AaEPFihVx9+5d6fXXX38BAP755x+EhYVh/fr1WLduHcaNG4fz588DADIzM9G3b18sXrwY+vofZ8ciQRBgYmLCnJFGMWckB+bs07ZhwwaYmppi+vTpWL16tdp94i9fvkS/fv1gZWWF0qVL47ffflNb913zQ0ND0atXLwQFBcHCwgIrV65EZmYmwsLC4OHhAWtra3zxxRdISkoC8HqA31GjRsHBwQHm5ubw9PTEjh07AABnzpxBzZo1YW5uDhsbG7Ru3Vraz4MHDxAcHAxHR0c4OTlhyJAhePnypTR/06ZNKFu2LCwsLPD1118X6OLA/Pnz4ejoCAcHB0yYMAGiKCIjIwP29vaIjo5WW9bb2xsbNmzIc1srVqxAlSpVMGjQoPcqsPP7jG7cuIFGjRrBwsICVlZWqF27Np4/fw4AmDNnDlxdXWFmZgZ3d3csW7YMwOsaqkqVKtI2clvu7Nmz6Nu3L86fPw+lUgmlUonExEScPXsWderUgZWVFWxtbdGlSxc8fvxY2lZgYCDGjBmDpk2bwszMDFWrVpW+/3Xs2BGJiYno0qULlEol+vbtW+j3QhO0UqCHhoZCEARMmzZNbfrWrVsL/ctYl4q+Tp06IS4uTuP7mThxolqItWHu3LmIiooq0m0mJCRAEIR3dluJjo6GIAhITk4u0v1rGkdxl4e+vj4cHBykl42NDQDgypUrqFSpEho0aICGDRuiUqVKuHLlCgBg5syZqFu3LqpXr67Npn8QlUqFmzdvcjRa0ijmjOTAnH3ali9fjuDgYHTu3BnPnj3D9u3bpXlTpkzBsWPHcOHCBZw9exabN29WW/dd8wFg3bp16NWrF/777z80btwYY8eORUxMDP766y/cvXsXnp6e6Ny5MwBg3759WLt2Lc6cOYOnT59i//798PT0BAAMHDgQrVu3RnJyMu7cuYNvv/0WwOvve1988QUcHBwQHx+P8+fP49y5c/j+++8BAHFxcejatSt++OEHPH78GP7+/ti9e3e+70lqairOnDmD+Ph4REdHY8WKFVi1ahUMDAzQrVs3te/kx44dw/379/O8kJaVlYWoqCiEhoaie/fuOHfuHM6cOZP/h/KW/D6j7777DmXLlsWjR49w//59zJw5E/r6+oiLi8O4ceOwd+9epKam4sSJE6hRo0aObee1nJ+fHxYvXgxfX1+kpaUhLS0Nrq6uUCgUmDZtGu7fv48LFy7gzp07GD16tNo2V69ejRkzZuDJkyeoVq0aBg0aBAD49ddf4erqinXr1iEtLQ2LFy8u1PugKVq7gm5sbIzp06fjyZMn2mpCkTMxMYGdnZ22m6FRWVlZUKlUsLCwKPYDVtDH6dq1a3ByckKZMmUQHByMxMREAICvry/i4uKQmJiImzdvIi4uDj4+PoiPj0dkZKT0h/NjxpNAJAfmjOTAnH2aLl26hOPHjyMkJARKpRLt2rVTu8K7Zs0ajB07Fk5OTrC0tMSECRPU1n/XfABo0qQJmjZtCoVCASMjIyxatAhz5syBo6MjDA0N8f333yMmJga3bt2CgYEBXrx4gYsXLyIjIwOurq5SgW5gYICbN28iKSkJRkZGqFu3LgDg1KlTuHbtGmbOnIkSJUrA2toaY8eOxdq1awG8vvrcsGFDtG7dGvr6+ujbty/KlSuX7/uiUqkwffp0lChRAuXLl8fAgQOxevVqAECvXr2wadMmpKWlAXh9Nbpr164wMjLKdVt79uzBgwcP0LVrV5QpUwa1a9cu1FX0d31GBgYGuHv3LhISEmBgYIBatWrB0NAQenp6EEURFy9eRHp6Ouzt7VGpUqUc2y/octkqV66MOnXqwMDAAPb29hg2bFiOHgVfffUVKleuDH19fYSEhOD06dMFPl5t0FqB3qhRIzg4OCAiIiLf5TZt2oSKFSvCyMgI7u7uaveNBgYG4ubNmxg6dKh0v2l+Hj16hHbt2qFEiRIoV64ctm3bJs3LyspCr169ULp0aZiYmMDLywtz586V5u/duxfGxsY5rtp+8803aNCgAYCcXdyzr3SvXr0a7u7usLCwQOfOnZGamiotk5qaiuDgYJiamsLR0RE//PADAgMDMWTIkFyPISoqCuHh4Th37px0zG+eNcvvGAHgwoULaN68OZRKJezt7dGtWzc8evQoz/cs+5i2bduGChUqwMjICImJiTm6uBf0OJ4/f46ePXvCzMwMrq6u+Pnnn6V5pUuXBgD4+flBEAQEBgbmaE9CQgLq168PAChZsiQEQUBoaCiA17+8IiIipM+wcuXKal2b3vUZA//fdX/q1Kmwt7eHpaUlJk2ahMzMTHz77bewsrKCs7MzIiMj83zPSHs+++wzREVFYffu3Vi0aBFu3LiBzz//HKmpqfD29sbUqVPRuHFjNGnSBBEREfD29kafPn0wY8YM7NmzBz4+PvDz88Phw4e1fShERESfnOXLl6Ny5cqoXLkyACAkJAR79uzBnTt3AABJSUlwc3OTln/z3wWZDwCurq7Sv//77z88e/YMdevWhaWlJSwtLeHg4ABDQ0PcunUL9evXR3h4OMaPHw8bGxu0b98eN27cAPC6m/iLFy/g7++P8uXLY8GCBQBef1dNTk6GlZWVtM0OHTrg/v37ubYxr3a+ydjYWO0ioJubm/SeeHt7w8fHB7/99htevHiBDRs2oGfPnnlua/ny5WjRooXUwzAkJARr167Fixcv8m3Dm+vn9xnNnDkTpUqVQqNGjeDu7o6JEydCpVLBw8MDK1euxIIFC2Bvb48mTZrk2mu2oMtlu379Otq0aQMnJyeYm5vjq6++ylHbODg4SP82NTWVTmboKq0V6Hp6epg6dSrmz5+P27dv57rM6dOnERQUhM6dO+P8+fOYOHEixo8fLxWkmzdvhrOzMyZNmiTdb5qf8PBwBAUF4Z9//kGLFi0QHByM//77D8Dr4s7Z2Rm//vorLl26hLCwMIwdOxYbN24EADRs2BCWlpbYtGmTtL2srCxs2LAh31EH4+PjsXXrVuzYsQM7duzAn3/+qda1f9iwYYiJicG2bduwb98+HDlyJN9uJp06dcLw4cPV7rPt1KlTgY4xOTkZDRo0gJ+fH06dOoXdu3fj/v37CAoKyvd9e/78OaZPn45ly5bh4sWLufYSKOhxzJ49G9WqVcPZs2fRv39/9OvXD1evXgUA/P333wCA/fv34+7du7l2S3JxcZE+g6tXr+Lu3btSkR0REYFVq1Zh8eLFuHjxIoYOHYqvvvoKf/75J4B3f8bZDh48iKSkJBw+fBhz5szBhAkT0KpVK5QsWRInTpxA37590adPnzxz+/LlSzx9+lTtRfJo3rw5OnbsiEqVKqFp06bYuXMnkpOTpc+4b9++uHr1Kq5evYq+ffti5cqVMDMzQ0BAAHr37o0tW7Zgzpw56Ny5s9q9YkRERKRZGRkZWL16NeLi4qTb1IKDg6Uu2QDg5OSEmzdvSutk95LL9q75AKBQ/H/5U7JkSZQoUQInTpxAcnKy9EpPT5ce+9W/f38cP34ciYmJMDIywuDBgwG8LiRXrVqFe/fuYdmyZRgxYgROnz4NFxcX2NnZqW0vJSVFKgrfbmNe7XzTixcv8ODBA7XlS5UqJf3cq1cvREVFYcuWLXBzc0PVqlVz3c7Dhw+xfft2HDhwQHqPR48ejeTkZLUaJy8F+Yzs7Ozw008/4ebNm9i+fTsWL16MLVu2AACCgoJw6NAh3L9/H5UrV0a3bt1y3U9ey7352WXr27cvSpUqhUuXLuHp06f45ZdfCtUDJ7dtaptWW9SuXTtUqVIl1+4nwOsBAho2bIjx48fD09MToaGhGDhwIGbOnAkAsLKygp6eHszMzKSQ5Cc0NBRdunRB2bJlMXXqVKSlpUlFoYGBAcLDw1GtWjWULl0awcHB6NGjh/TFXk9PD507d5a6pwDAgQMHkJycjPbt2+e5T5VKhaioKPj4+ODzzz9Ht27dcODAAQCvrzqvXLkSs2bNQsOGDeHj44PIyEhkZWXluT0TExMolUq1+2xNTEwKdIwLFiyAn58fpk6divLly8PPzw8rVqzAoUOH8r13PiMjAz/99BNq1aoFLy8vlChRQm1+YY6jRYsW6N+/P8qWLYtRo0bBxsYGhw4dAgDY2toCAKytreHg4AArK6sc6+vp6UnT7ezs4ODgAAsLC7x8+RJTp07FihUr0LRpU5QpUwahoaH46quvsGTJEgDv/oyzWVlZYd68efDy8kLPnj3h5eWF58+fY+zYsShXrhzGjBkDQ0NDafCxt0VERMDCwkJ6ubi45PnekmZZWlrC09MT169fzzHv0aNHCA8Px/z583HixAl4enqiXLlyqF+/PjIyMmQZT6IoCYIAJycnDqpEGsWckRyYs0/Ttm3b8PTpU5w5cwaxsbGIjY3FuXPnMH78eKxYsQKiKKJLly6YNm0akpKSkJycjEmTJqlt413z3yQIApydndGnTx8MHz4ct27dAgA8fvxYGmDt5MmTOHr0KF69egUTExOYmppKg8muWrUK9+/fhyAIsLS0hEKhgJ6eHqpXrw4XFxeMGzcOqampEEURN2/exK5duwC8Lj4PHDiAP/74A5mZmVi6dOk7v3MoFAqMGTMG6enpuHr1KhYuXKh2gbBTp044ffo0pk2blu/V81WrVsHKygpXrlyR3uMLFy4gNDS0QN3cC/IZbdy4EYmJiRBFEZaWltDT04O+vj6uXr2Kffv2IT09HYaGhlI987b8lrO3t8fdu3eRnp4uLf/06VOYmZnB3Nwct27dkurEgrK3t0d8fHyh1tE0rZ8ymD59OlauXInLly/nmHf58mXUrl1bbVrt2rVx7dq1fIvYvLx5/4KpqSnMzc3VzkYtXLgQ/v7+sLW1hVKpxM8//6x2Ris4OBjR0dHSyI5r1qxBy5Yt870X293dHWZmZtLPjo6O0j7//fdfZGRkqA2QYGFhAS8vr0IfW0GO8dy5czh06JA08qFSqZQeQZVfMA0NDfO996Mwx/HmdgRBgIODg9pn8L6uX7+O58+fo3HjxmrHt2rVKrVje9dnDLweBfzNs2n29vbw9fWVftbT04O1tXWe7R4zZgxSUlKkV/YvfH7RkF9aWhri4+Ph6OiYY97QoUMxdOhQODs7IysrS20E0szMzPf6HaNNgiBAX1+fOSONYs5IDszZp2n58uXo0qULypcvrzbY6+DBg5GUlIRDhw5h3LhxqFatGnx8fFClSpUcA6G9a/6bsnM2bdo0BAQEoEGDBjAzM4O/vz/27t0L4HXx179/f+niUVJSktRzc//+/ahcuTKUSiXatGmDmTNnokqVKtDT08OOHTtw584deHt7w8LCAi1btpQuFnh5eWH16tUYPHgwrK2tceLECTRr1izf98bMzAxVqlRBmTJlULduXXTv3h0hISFq8zt27IgrV67k27N3+fLl6NevH0qVKqX2Hg8fPhzR0dHvLFQL8hmdPn0atWrVglKpREBAAHr16oUvvvgCr169wvjx42Fvbw9ra2scPHgw1wGn81uuQYMGqFmzJkqVKgVLS0skJiZizpw52LFjB8zNzdGmTZt8L5zmZuzYsViwYAEsLS3Rv3//Qq2rKVp/nlDdunXRtGlTjBkzRrqXWFMMDAzUfhYEQRohdP369RgxYgRmz56NgIAAmJmZYebMmThx4oS0fPXq1eHh4YH169ejX79+2LJlyztHMs9vn5qQ3/7S0tLQunVrTJ8+Pcd6uRUw2YryUSeaej+yuw398ccfal1+AEiDZBTkM86rjYVpt5GRUa4Dc3DAG80bMWIEWrduDTc3NyQlJWHChAnQ09NDly5d1Jbbt28f4uLisHLlSgCv/9++cuUKdu3ahVu3bkFPT++DTpRpg0qlQmJiojSiKZEmMGckB+ZMPgnTWmq7CZKdO3fmOt3GxkbtiunPP/+sNoZR7969pX8bGxvnO//N7+1v5mzcuHEYN25cjn03bNgwz/ufV61aleex2NnZ5TteUVBQ0DtvMc0WGBgojYGVPfp4btzd3dG6dWvp3vLcXLp0KdfpPj4+0vdaDw+PPGuygnxGDRo0yLXW8PX1xfHjx3NdPzQ0VNpnfssZGBjg999/V5vm6uqKixcvqk0bNmyY9O+3B4yrUqWK2nfy1q1bqz0iTxdovUAHgGnTpqFKlSo5vhB7e3sjJiZGbVpMTAw8PT2hp6cH4PXV3aK40hUTE4NatWqpnTnJ7SxScHAw1qxZA2dnZygUCrRs+f6/2MqUKQMDAwOcPHlSGrAiJSUFcXFx0kiQuXnfY65atSo2bdoEd3f3In3W8/sex9sMDQ0B4J3Hlttybw5gV69evVzXK+hnTB+v27dvS8+/tLW1RZ06dXD8+HHp9gkASE9Px8CBA7Fhwwbpi5+zszPmz5+PHj16wMjICCtXrlS7dYSIiIhIVz18+BBLly4t8kcgk3boxGlJX19fBAcHY968eWrThw8fjgMHDmDy5MnS1a4FCxZgxIgR0jLu7u44fPgw7ty5k+9o5O9Srlw5nDp1Cnv27EFcXBzGjx+PkydP5lguODgYZ86cwZQpU9ChQ4c8H2FQEGZmZggJCcG3336LQ4cO4eLFi+jVqxcUCkW+V6zd3d1x48YNxMbG4tGjRwUezGrAgAH477//0KVLF5w8eRLx8fHYs2cPevTo8UEnOd73ON5mZ2cHExMTafC6lJSUXJdzc3ODIAjYsWMHHj58iLS0NJiZmWHEiBEYOnQoVq5cifj4eJw5cwbz58+XrpIW9DOmj9f69euRlJSEly9f4vbt21i/fj08PDzUljExMcHVq1dRpUoVtem9e/fGvXv3cPPmzQ868UZEREQklylTpsDd3R0tW7ZEw4YNtd0cKgI6UaADwKRJk3J0Ga5atSo2btyI9evXw8fHB2FhYZg0aZJat4tJkyYhISEBHh4ealfJCqtPnz748ssv0alTJ3z22Wd4/PhxrvchlC1bFjVq1MA///yT7z0eBTVnzhwEBASgVatWaNSoEWrXrg1vb28YGxvnuU779u3RrFkz1K9fH7a2tli3bl2B9uXk5ISYmBhkZWWhSZMm8PX1xZAhQ6SBLeQ+jrfp6+tj3rx5WLJkCZycnNCmTZtclytVqhTCw8MxevRo2NvbY+DAgQCAyZMnY/z48dLjs5o1a4Y//vhDenxbQT9jIiIiIqKPwXfffYdnz55h8eLF2m4KFRFB5I2xOuXZs2coVaoUZs+ejV69emm7Oe+tuBxHUXj69CksLCywf/9+mJqaars5H42aNWtquwkfHZVKxfs1SeOYM5IDc0ZyYM7ofWV/v09JSYG5uXmRblsn7kH/lJ09exZXrlxBjRo1kJKSIj0OIq+rx7qquByHJvFcGGmSKIrIzMyEgYEBRz4mjWHOSA7MGcmBOSNdxVNGOmDWrFmoXLkyGjVqhGfPnuHIkSP5jsCoq4rLcRB9jERRRFJSEk8EkUYxZyQH5ozkwJyRruIVdC3z8/PD6dOntd2MD1ZcjoOIiIiIiEhbeAWdiIiIiIiISAewQCciKiZ4Dx3JgTkjOTBnVBgJCQkQBAHJycmFWq+wOVu6dCkcHR2hVCpx9uzZQq1LVFDs4k4kE37ZIE1SKBRwc3PTdjOomGPOSA7MmXyOHz+u8X0U9qks+/fvR3h4OM6ePQs9PT3UqlULU6ZMQdWqVaVlBEHA2bNnUaVKlfduV2FzlpGRgcGDB2Pv3r34/PPP33u/wOsTCqVLl8aTJ09gaWn5Qdui4odX0IlkwkFISJNEUUR6ejpzRhrFnJEcmLNP17Zt29C2bVt0794dd+/eRUJCAurWrYu6devi1KlTRbqv/HKWkZGRY9q9e/fw4sUL+Pr6Fmk73ldubaTigc9BJ9Kw7Ock8iwpaZJKpUJiYiJcXV35TFfSGOaM5MCcyUeXrqCLoogyZcqgV69eGDdunNq8Xr16IT4+HtHR0ahRowZOnjwJExMTKBQKjB07Fl27dkXp0qWxatUqhIeH49GjR2jbti2WLl0KAwMDAMCZM2cwfPhwnDt3DlZWVvj222/RtGlTuLq6YtKkSTh16hRcXFywYcMG9OjRA7Nnz5b2f/bsWdSpUwfPnz+Hqakp7O3tER8fjzlz5mDRokW4d+8e7OzsMHToUAwcOFBa79q1axg+fDiOHTuGrKwsBAYGYvPmzbCzs8PDhw9hamoKAFiyZAmCg4Oxd+9ejBo1Cv/++y88PDwwY8YMNGrUCAAQGhoKPT09pKamYvfu3ZgyZQpq166N/v3749KlSzA0NERAQAC2b9/+QZ8XFQyfg05ERERERMVWXFwcEhIS0LVr1xzzunbtiqZNmyI9PR1///03BEHA0aNHpS7uCQkJAIBdu3bh7NmzSE1NxWeffYY1a9YgNDQU9+7dQ+PGjbFo0SK0b98ely9fRpMmTaBUKuHq6goA2L17N5YtW4b58+fj1atXavv38/PDxYsXUbp0ady+fVu64OLm5oaDBw/C2dkZ0dHRaNGiBfz8/FC7dm08e/YMjRo1QnBwMNatWwcDAwPExMQAAP7+++8c27p+/TratGmDNWvW4IsvvsDWrVvxxRdfSPsFgHXr1mHLli1Yv349Xrx4gUaNGqF169Y4evQoMjIycOLEiSL+VEgbeFqSiIiIiIi06tGjRwAAJyenHPOcnJyQlZWF//77L99thIWFwczMDE5OTmjWrJn0CODVq1ejbt26CAoKgp6eHnx8fBAaGopt27ZJ62ZP09fXR4kSJQrU5vbt28PFxQWCIKB+/fpo2rQpoqOjAQA7duyAgYEBpkyZAlNTUxgaGqJ+/fp5bmvDhg0IDAzEl19+CX19fXTo0AF16tTBunXrpGWaNGmCpk2bQqFQoESJEjAwMMDNmzeRlJQEIyMj1K1bt0DtJt3GAp2IqJjI7sZHpEnMGcmBOfv02NjYAACSkpJyzEtKSoKenh6srKzy3YaDg4P0b1NTU6SmpgJ4fYV9586dsLS0lF7z58/Hw4cPpeWzr6QXxpo1a1C1alVYWVnB0tISO3fulE403Lx5Ex4eHgUeJPj27dtwd3dXm1amTBncvn07zzauWLECL168gL+/P8qXL48FCxYU+hhI97BAJ5IJ76MjTVIoFChVqhRzRhrFnJEcmLNPk6enJ9zc3NSuGGdbt24dateuDRMTEwCFfzKOi4sL2rVrh+TkZOmVmpqKgwcPSjkrbN4SExMREhKCGTNm4MGDB0hOTkaLFi2kQefc3NwQHx+f6yB0ue3L2dlZ6qqfLSEhAc7Oznmu5+HhgVWrVuHevXtYtmwZRowYIfUaoI8Xf/MRyYTjMZImiaKI1NRU5ow0ijkjOTBnnyZBEPDDDz8gIiICy5cvR1paGpKTkzF9+nSsX78eM2bMkJbNHqStoLp164aDBw9i06ZNyMjIQEZGBs6ePYvo6Oj3zllaWhpEUYSdnR0UCgV27tyJvXv3SvNbtmyJly9fIiwsDM+ePcOrV69w6NAhAICtrS0UCoXaMXTq1AnR0dH4/fffkZmZic2bN+Pw4cPo3Llznm1YtWoV7t+/D0EQYGlpCYVCAT09vfc6HtIdLNCJZMIvGqRJoiji8ePHzBlpFHNGcmDOPl3t2rXDpk2bEBkZCQcHB7i6uuLgwYM4dOgQPvvsM2m5yZMnY/DgwShZsiSmTZv2zu2WKlUKe/bswZIlS+Do6Ah7e3sMHDgQd+7cee+cVahQAd999x0aNGgAa2trbNiwAV988YU0X6lUYv/+/Th9+jRcXV3h6OiIhQsXAgBMTEwwYcIENG/eHJaWlli7di3Kli2LzZs3Y8KECbCyssKkSZOwZcsWlClTJs827N+/H5UrV4ZSqUSbNm0wc+bMD3o2POkGPmaNSMP4mDWSAx9LRHJgzkgOzBnJgTmjD6HJx6wxjUREREREREQ6gAU6EVExkT14DpEmMWckB+aM5MCckS7S13YDiD4V7D5FmqRQKGBvb6/tZlAxx5yRHJgzkgNzRrqKFQORTDjcA2mSKIpITk5mzkijmDOSA3NGcmDOSFexQCeSCf8AkCbxiwbJgTkjOTBnJAfmjHQVC3QiIiIiIiIiHcACnYiIiIiIiEgHsEAnIiomlEqltptAnwDmjOTAnJEcmDPSRRzFnUgmHMWdNEmhUMDGxkbbzaBijjkjOTBnJAfmjHQVKwYimahUKm03gYoxlUqFR48eMWekUcwZyYE5IzkwZ6SrWKATERUTaWlp2m4CfQKYM5IDc0ZyYM5IF7FAJyIiIiIiItIBvAedSMOyn6/59OlT3odOGqNSqZCamsqckUYxZyQH5ozkwJzRh3j69CmA//+eX5RYoBNp2OPHjwEAbm5uWm4JEREREREVldTUVFhYWBTpNlmgE2mYlZUVACAxMbHI/wcmyvb06VO4uLjg1q1bMDc313ZzqJhizkgOzBnJgTmjDyGKIlJTU+Hk5FTk22aBTqRh2d2mLCws+AeANM7c3Jw5I41jzkgOzBnJgTmj96WpC2+84YKIiIiIiIhIB7BAJyIiIiIiItIBLNCJNMzIyAgTJkyAkZGRtptCxRhzRnJgzkgOzBnJgTkjXSWImhgbnoiIiIiIiIgKhVfQiYiIiIiIiHQAC3QiIiIiIiIiHcACnYiIiIiIiEgHsEAnIiIiIiIi0gEs0Ik0aOHChXB3d4exsTE+++wz/P3339puEn3kDh8+jNatW8PJyQmCIGDr1q1q80VRRFhYGBwdHWFiYoJGjRrh2rVr2mksfZQiIiJQvXp1mJmZwc7ODm3btsXVq1fVlmHO6EMtWrQIlSpVgrm5OczNzREQEIBdu3ZJ85kx0oRp06ZBEAQMGTJEmsaska5hgU6kIRs2bMCwYcMwYcIEnDlzBpUrV0bTpk3x4MEDbTeNPmLPnj1D5cqVsXDhwlznz5gxA/PmzcPixYtx4sQJmJqaomnTpnjx4oXMLaWP1Z9//okBAwbg+PHj2LdvHzIyMtCkSRM8e/ZMWoY5ow/l7OyMadOm4fTp0zh16hQaNGiANm3a4OLFiwCYMSp6J0+exJIlS1CpUiW16cwa6RyRiDSiRo0a4oABA6Sfs7KyRCcnJzEiIkKLraLiBIC4ZcsW6WeVSiU6ODiIM2fOlKYlJyeLRkZG4rp167TQQioOHjx4IAIQ//zzT1EUmTPSnJIlS4rLli1jxqjIpaamiuXKlRP37dsn1qtXT/zmm29EUeTvM9JNvIJOpAGvXr3C6dOn0ahRI2maQqFAo0aNcOzYMS22jIqzGzdu4N69e2q5s7CwwGeffcbc0XtLSUkBAFhZWQFgzqjoZWVlYf369Xj27BkCAgKYMSpyAwYMQMuWLdUyBfD3GekmfW03gKg4evToEbKysmBvb6823d7eHleuXNFSq6i4u3fvHgDkmrvseUSFoVKpMGTIENSuXRs+Pj4AmDMqOufPn0dAQABevHgBpVKJLVu2oEKFCjh69CgAZoyKxvr163HmzBmcPHkyxzz+PiNdxAKdiIiIcjVgwABcuHABf/31l7abQsWQl5cXYmNjkZKSgt9++w0hISH4888/td0sKkZu3bqFb775Bvv27YOxsbG2m0NUIOziTqQBNjY20NPTw/3799Wm379/Hw4ODlpqFRV32dli7qgoDBw4EDt27MChQ4fg7OwsTWfOqKgYGhqibNmy8Pf3R0REBCpXroy5c+cyY1RkTp8+jQcPHqBq1arQ19eHvr4+/vzzT8ybNw/6+vrSlXNmjXQJC3QiDTA0NIS/vz8OHDggTVOpVDhw4AACAgK02DIqzkqXLg0HBwe13D19+hQnTpxg7qjARFHEwIEDsWXLFhw8eBClS5dWm8+ckaaoVCq8fPmSGaMi07BhQ5w/fx6xsbHSq1q1aggODkZsbCzKlCnDrJHOYRd3Ig0ZNmwYQkJCUK1aNdSoUQM//vgjnj17hh49emi7afQRS0tLw/Xr16Wfb9y4gdjYWFhZWcHV1RVDhgzB999/j3LlyqF06dIYP348nJyc0LZtW+01mj4qAwYMwNq1a/H777/DzMxMug/TwsICJiYm0jOEmTP6EGPGjEHz5s3h6uqK1NRUrF27FtHR0dizZw8zRkXGzMxMGj8jm6mpKaytraXpzBrpGhboRBrSqVMnPHz4EGFhYbh37x6qVKmC3bt35xiIhKgwTp06hfr160s/Dxs2DAAQEhKCqKgojBw5Es+ePcP//vc/JCcno06dOti9ezfvvaMCW7RoEQAgMDBQbXpkZCRCQ0MBgDmjD/bgwQN0794dd+/ehYWFBSpVqoQ9e/agcePGAJgxkg+zRrpGEEVR1HYjiIiIiIiIiD51vAediIiIiIiISAewQCciIiIiIiLSASzQiYiIiIiIiHQAC3QiIiIiIiIiHcACnYiIiIiIiEgHsEAnIiIiIiIi0gEs0ImIiIiIiIh0AAt0IiIiIiIiIh3AAp2IiIiIiIhIB7BAJyIiIiIiItIBLNCJiIiIiIiIdAALdCIiIiIiIiIdwAKdiIiIiIiISAewQCciIiIiIiLSASzQiYiIiIiIiHQAC3QiIiIiIiIiHcACnYiIiKiI7d69G1WqVIGxsTEEQUBycrJG9xcdHQ1BEBAdHS1NCw0Nhbu7u0b3qykqlQo+Pj6YMmVKkW2zZs2aGDlyZJFtj4hIE1igExER6bCoqCgIgiC9jI2N4enpiYEDB+L+/fvabt4Hu3TpEiZOnIiEhARtN6XIPH78GEFBQTAxMcHChQuxevVqmJqa5rrs25/vm6/Ro0fL3HLdsW7dOty6dQsDBw6Upt25cwctW7aEubk5KlSogO3bt+dYb/PmzbCzs0NKSkqOeaNGjcLChQtx7949jbadiOhD6Gu7AURERPRukyZNQunSpfHixQv89ddfWLRoEXbu3IkLFy6gRIkS2m7ee7t06RLCw8MRGBj40V7tfdvJkyeRmpqKyZMno1GjRgVaJ/vzfZOPj0+B91m3bl2kp6fD0NCwUG3VVTNnzkTnzp1hYWEhTQsJCcGdO3cwffp0xMTEoGPHjrhy5YqUmxcvXmDEiBH4/vvv1dbL1qZNG5ibm+Onn37CpEmT5DoUIqJCYYFORET0EWjevDmqVasGAOjduzesra0xZ84c/P777+jSpcsHbfv58+cfdZGvax48eAAAsLS0LPA6b36+70OhUMDY2Pi91y+IZ8+e5dkToCidPXsW586dw+zZs6Vp6enpOHjwIKKjo1G3bl307dsXR48exZ49e9CnTx8AwKxZs2BhYYHevXvnul2FQoEOHTpg1apVCA8PhyAIGj8WIqLCYhd3IiKij1CDBg0AADdu3JCm/fLLL/D394eJiQmsrKzQuXNn3Lp1S229wMBA+Pj44PTp06hbty5KlCiBsWPHAnh9BXLixInw9PSEsbExHB0d8eWXXyI+Pl5aX6VS4ccff0TFihVhbGwMe3t79OnTB0+ePFHbj7u7O1q1aoW//voLNWrUgLGxMcqUKYNVq1ZJy0RFRaFjx44AgPr160tdu7Pvo/7999/RsmVLODk5wcjICB4eHpg8eTKysrJyvB8LFy5EmTJlYGJigho1auDIkSMIDAxEYGCg2nIvX77EhAkTULZsWRgZGcHFxQUjR47Ey5cvC/S+//rrr9J7bGNjg6+++gp37txRe39DQkIAANWrV4cgCAgNDS3QtnNz8+ZN9O/fH15eXjAxMYG1tTU6duyY45aA3O5Bf1teyyQkJEAQBERFRUnTQkNDoVQqER8fjxYtWsDMzAzBwcEACp6BU6dOoWnTprCxsYGJiQlKly6Nnj17vvOYt27dCkNDQ9StW1ea9uLFC4iiiJIlSwIABEGApaUlnj9/DuB19/dp06Zh7ty5UCjy/nrbuHFj3Lx5E7Gxse9sBxGRNvAKOhER0Ucou2i2trYGAEyZMgXjx49HUFAQevfujYcPH2L+/PmoW7cuzp49q3Y19/Hjx2jevDk6d+6Mr776Cvb29sjKykKrVq1w4MABdO7cGd988w1SU1Oxb98+XLhwAR4eHgCAPn36ICoqCj169MDgwYNx48YNLFiwAGfPnkVMTAwMDAyk/Vy/fh0dOnRAr169EBISghUrViA0NBT+/v6oWLEi6tati8GDB2PevHkYO3YsvL29AUD6b1RUFJRKJYYNGwalUomDBw8iLCwMT58+xcyZM6X9LFq0CAMHDsTnn3+OoUOHIiEhAW3btkXJkiXh7OwsLadSqfDFF1/gr7/+wv/+9z94e3vj/Pnz+OGHHxAXF4etW7fm+55nH3f16tURERGB+/fvY+7cuYiJiZHe4++++w5eXl74+eefpW7r2e9dflJSUvDo0SO1aTY2Njh58iSOHj2Kzp07w9nZGQkJCVi0aBECAwNx6dIljfZ8yMzMRNOmTVGnTh3MmjVL2ldBMvDgwQM0adIEtra2GD16NCwtLZGQkIDNmze/c79Hjx6Fj4+PWpZKliwJDw8PTJ06FVOnTsXRo0cRGxuL+fPnAwBGjhyJ5s2bqxX1ufH39wcAxMTEwM/P733fGiIizRGJiIhIZ0VGRooAxP3794sPHz4Ub926Ja5fv160trYWTUxMxNu3b4sJCQminp6eOGXKFLV1z58/L+rr66tNr1evnghAXLx4sdqyK1asEAGIc+bMydEGlUoliqIoHjlyRAQgrlmzRm3+7t27c0x3c3MTAYiHDx+Wpj148EA0MjIShw8fLk379ddfRQDioUOHcuz3+fPnOab16dNHLFGihPjixQtRFEXx5cuXorW1tVi9enUxIyNDWi4qKkoEINarV0+atnr1alGhUIhHjhxR2+bixYtFAGJMTEyO/WV79eqVaGdnJ/r4+Ijp6enS9B07dogAxLCwMGla9md28uTJPLf39rK5vfJ6D44dOyYCEFetWiVNO3ToUI73MSQkRHRzc8t3GVEUxRs3bogAxMjISLV1AYijR49WW7agGdiyZUuB34O3OTs7i+3bt88x/cCBA2LJkiWl92fIkCGiKIpiTEyMaGJiIiYkJBRo+4aGhmK/fv0K3S4iIjmwizsREdFHoFGjRrC1tYWLiws6d+4MpVKJLVu2oFSpUti8eTNUKhWCgoLw6NEj6eXg4IBy5crh0KFDatsyMjJCjx491KZt2rQJNjY2GDRoUI59Z9+r++uvv8LCwgKNGzdW24+/vz+USmWO/VSoUAGff/659LOtrS28vLzw77//FuiYTUxMpH+npqbi0aNH+Pzzz/H8+XNcuXIFwOtu1I8fP8bXX38Nff3/7xgYHBwsdYfO9uuvv8Lb2xvly5dXa3/27QJvt/9Np06dwoMHD9C/f3+1e71btmyJ8uXL448//ijQMeVl4cKF2Ldvn9rr7fcgIyMDjx8/RtmyZWFpaYkzZ8580D4Lol+/fmo/FzQD2T02duzYgYyMjELt8/Hjxzk+O+D1bR2JiYk4fvw4EhMT8cMPP0ClUmHw4MEYPnw43NzcsGjRIpQvXx5eXl5YvHhxrtsvWbJkjt4KRES6gl3ciYiIPgILFy6Ep6cn9PX1YW9vDy8vL+le22vXrkEURZQrVy7Xdd/sKgwApUqVyjHad3x8PLy8vNSK3Lddu3YNKSkpsLOzy3V+9uBo2VxdXXMsU7JkyRz3Kufl4sWLGDduHA4ePIinT5+qzct+jNbNmzcBAGXLllWbr6+vn2NU+GvXruHy5cuwtbUtUPvflL0fLy+vHPPKly+Pv/76K/+DeYcaNWrkOkhceno6IiIiEBkZiTt37kAURWlebo8SK0r6+vpqtwgABc9AvXr10L59e4SHh+OHH35AYGAg2rZti65du8LIyOid+37zON+kVCrx2WefST9HRkbi3r17GD16NPbv349vv/0Wv/zyCwRBQNeuXeHl5YX69evn2DYHiCMiXcUCnYiI6COQVwEHvL63WhAE7Nq1C3p6ejnmK5VKtZ/fvCpbGCqVCnZ2dlizZk2u898ufHNrC5B38fWm5ORk1KtXD+bm5pg0aRI8PDxgbGyMM2fOYNSoUVCpVO/Vfl9fX8yZMyfX+S4uLoXepqYNGjQIkZGRGDJkCAICAmBhYQFBENC5c+dCvwd5FaW5DboHvO5p8faAawXNgCAI+O2333D8+HFs374de/bsQc+ePTF79mwcP348RybfZG1tXaCTOE+fPsV3332HWbNmwdTUFOvWrUOHDh3Qtm1bAECHDh2wZs2aHAV6cnIybGxs3rl9IiJtYIFORET0kfPw8IAoiihdujQ8PT3fexsnTpxARkZGjivuby6zf/9+1K5d+72L/LflVTRGR0fj8ePH2Lx5s9rAX2+OWg8Abm5uAF4PSPdmIZaZmYmEhARUqlRJrf3nzp1Dw4YNC30FNXs/V69elbrEZ7t69ao0v6j99ttvCAkJUXvk2IsXL5CcnFzobWV3G3973ezeAQVR2AzUrFkTNWvWxJQpU7B27VoEBwdj/fr1eT4KDXjdI+Htzzk32YPwZY8un5SUpDbwm5OTU47R2u/cuYNXr15JAxESEeka3oNORET0kfvyyy+hp6eH8PDwHFenRVHE48eP37mN9u3b49GjR1iwYEGOednbDAoKQlZWFiZPnpxjmczMzPcqGrOfq/32utlX3988nlevXuGnn35SW65atWqwtrbG0qVLkZmZKU1fs2ZNjquwQUFBuHPnDpYuXZqjHenp6Xj27Fme7axWrRrs7OywePFitUey7dq1C5cvX0bLli3fcaTvR09PL8dnOn/+/DyveufHzc0Nenp6OHz4sNr0t9/T/BQ0A0+ePMnR7ipVqgDAOx9pFxAQgAsXLuS7XFxcHBYsWIC5c+dKJ1vs7e2lsQkA4PLly3BwcFBb7/Tp0wCAWrVq5dsGIiJt4RV0IiKij5yHhwe+//57jBkzRnrEmJmZGW7cuIEtW7bgf//7H0aMGJHvNrp3745Vq1Zh2LBh+Pvvv/H555/j2bNn2L9/P/r37482bdqgXr166NOnDyIiIhAbG4smTZrAwMAA165dw6+//oq5c+eiQ4cOhWp7lSpVoKenh+nTpyMlJQVGRkZo0KABatWqhZIlSyIkJASDBw+GIAhYvXp1jqLP0NAQEydOxKBBg9CgQQMEBQUhISEBUVFR8PDwULtS3q1bN2zcuBF9+/bFoUOHULt2bWRlZeHKlSvYuHEj9uzZk+dtBAYGBpg+fTp69OiBevXqoUuXLtJj1tzd3TF06NBCHXdBtWrVCqtXr4aFhQUqVKiAY8eOYf/+/dLj9QrDwsICHTt2xPz58yEIAjw8PLBjx458771/W0EzsHLlSvz0009o164dPDw8kJqaiqVLl8Lc3BwtWrTIdx9t2rTB5MmT8eeff6JJkya5LjN06FB06tQJNWrUkKZ16NABbdq0wdixYwEA27dvx44dO9TW27dvH1xdXfmINSLSXVoZO56IiIgKpDCP7Nq0aZNYp04d0dTUVDQ1NRXLly8vDhgwQLx69aq0TL169cSKFSvmuv7z58/F7777TixdurRoYGAgOjg4iB06dBDj4+PVlvv5559Ff39/0cTERDQzMxN9fX3FkSNHiklJSdIybm5uYsuWLXPso169emqPPhNFUVy6dKlYpkwZUU9PT+0xYDExMWLNmjVFExMT0cnJSRw5cqS4Z8+eXB8VNm/ePNHNzU00MjISa9SoIcbExIj+/v5is2bN1JZ79eqVOH36dLFixYqikZGRWLJkSdHf318MDw8XU1JS3vUWixs2bBD9/PxEIyMj0crKSgwODhZv376ttsz7PGYtr2WfPHki9ujRQ7SxsRGVSqXYtGlT8cqVK6Kbm5sYEhIiLVeQx6yJoig+fPhQbN++vViiRAmxZMmSYp8+fcQLFy7k+pg1U1PTPNv9rgycOXNG7NKli+jq6ioaGRmJdnZ2YqtWrcRTp0698z0RRVGsVKmS2KtXr1zn/fHHH6JSqVTLW7aIiAjRyclJdHR0FKdPn642LysrS3R0dBTHjRtXoDYQEWmDIIoFGKmFiIiI6COiUqlga2uLL7/8Mtcu7aTbVq9ejQEDBiAxMVF6ZNuH2rp1K7p27Yr4+Hg4OjoWyTaJiIoa70EnIiKij9qLFy9ydH1ftWoV/vvvPwQGBmqnUfRBgoOD4erqioULFxbZNqdPn46BAweyOCcincYr6ERERPRRi46OxtChQ9GxY0dYW1vjzJkzWL58Oby9vXH69Okcz3wnIiLSVRwkjoiIiD5q7u7ucHFxwbx58/Dff//BysoK3bt3x7Rp01icExHRR4VX0ImIiIiIiIh0AO9BJyIiIiIiItIBLNCJiIiIiIiIdAALdCIiIiIiIiIdwAKdiIiIiIiISAewQCciIiIiIiLSASzQiYiIiIiIiHQAC3QiIiIiIiIiHcACnYiIiIiIiEgHsEAnIiIiIiIi0gEs0ImIiIiIiIh0AAt0IiIiIiIiIh3AAp2IiIiIiIhIB7BAJyIiIiIiItIBLNCJiIiIiIiIdMD/Abp6gFI1hfgD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678" name="AutoShape 6" descr="data:image/png;charset=utf-8;base64,iVBORw0KGgoAAAANSUhEUgAAA+gAAAJYCAYAAADxHswlAAAAOXRFWHRTb2Z0d2FyZQBNYXRwbG90bGliIHZlcnNpb24zLjguNCwgaHR0cHM6Ly9tYXRwbG90bGliLm9yZy8fJSN1AAAACXBIWXMAAA9hAAAPYQGoP6dpAADqBklEQVR4nOzdeVxO6f8/8Ne527SnpETJVooWVIMMWWayNRifaSyD0Ni3sY4xyDb2nWHGboaxMxiMrcbI2CKMydZIlqYIJUJ1n98ffp1vt3Y6577l9Xw87gfdZ7vO6VXd73Oucx1BFEURRERERERERKRVKm03gIiIiIiIiIhYoBMRERERERHpBBboRERERERERDqABToRERERERGRDmCBTkRERERERKQDWKATERERERER6QAW6EREREREREQ6gAU6ERERERERkQ5ggU5ERERERESkA1igExEREREREekAFuhEREREREREOoAFOhEREREREZEOYIFOREREREREpANYoBMRERERERHpABboREREVKqEhIRAEAQIgoCAgACNadnvC4KAtWvXaqV9VDp9/fXXUra2bt2q7eYoYuDAgdI+HzhwQNvNISoVWKATEVGJiIiIKLD4efToEfz8/KTpKpUKy5Yt005j83Hnzh0MGzYMtWrVgqmpKYyMjGBvbw8PDw98/vnnmD59Oh49eqSxTFhYmLRPzs7Oird57dq1Gsdd1wUEBGi0N79XXFyctpuq03KehMj5MjIygoODAwIDA7FmzRqo1WptN/W9cO/ePSxatAgAUK1aNXTs2FGa9vDhQ6xZswY9evSAt7c37O3tYWBgAGtrazRq1AiLFy/Gy5cv8133oUOH8Mknn6B8+fIwNDRExYoV0alTJ5w9ezbXvJmZmdi5cyeGDh2K+vXrw8nJCWXKlIGZmRk8PT0xZswYJCUl5Vru7t27WLZsGTp16gQPDw/Y2trCwMAAtra2aNGiBdavXw9RFHMtN3z4cOjp6QEAvvnmmzznIaJiEomIiEpAeHi4CEB6rVmzRpqWlJQkenl5SdNUKpW4evVq7TU2D1FRUaKlpaXGPuT1On/+vMZyEydOlKZVrlxZ8XavWbNGo326rkmTJoUeYwDizZs333gb+/fvF2fPni3Onj1b3LRpk8a0/DL6runRo0eRjmOXLl203dT3wuDBg6VjPn/+fI1pv/zyS6HfJz8/P/HJkye51jt+/Ph8l1GpVOKKFSs05k9ISCh0W7a2tuLff/+tsdz06dMLXS4oKEjMzMzM1cZPPvlEmmf79u1vfzCJ3nP6b1zZExERFcF///2H5s2b459//gEA6OnpYf369ejSpYuWW6ZpwIABSElJAQCYmpri888/R9WqVZGRkYHr16/jzz//xO3bt7Xcyv+TmpoKCwsLbTfjrZQtWxbffPNNntOsra3feL0tW7ZEy5Yt33j5kvTkyROYm5vLvp3Zs2dDrVbj1q1b+Omnn/DkyRMAwMaNGzFmzBh4enrK3ob3VXp6OtavXw8AUKlUCA4OznO+smXLolWrVnBzc0NiYiJ++ukn6XfO6dOnMWPGDEydOlWaf8+ePZgyZYr0dcuWLdGoUSP89ttv+Ouvv6BWq9G/f3/4+PjA29tbY1sGBgZo0aIFfH19kZGRga1bt+LGjRsAgPv376Nv3744fvx4rjba29ujdevWqFq1KuLi4vDzzz/j+fPnUnvWrFmD0NBQjWU6deqE3bt3AwB++OEHfPrpp8U5fET0Om2fISAiotIhryvot2/fFl1cXKT3DAwMxG3btuW5/PPnz8XFixeLH374oVi2bFnRwMBAtLe3F//3v/+JJ06c0Jh3woQJ0jorVaokZmVlaUz/+++/Ndpy8uTJAtuekpKiMf/atWvznO/06dPi/fv389zfvF7ZV2j//fdfcejQoWKjRo3ESpUqiSYmJqKhoaHo4OAgtm3bVty9e3eubb1+Zfzp06fiN998I1apUkXU19cX27VrV+j2J06cKIpiwVf5b968qbFMeHi4NO315R49eiQOGTJErFixomhoaCi6ubmJixcvFtVqdYHHN6ecV9CL0uMgPDxc7NWrl1inTh3R3t5eNDQ0FI2NjcVq1aqJISEh4sWLF3Mtk/PqcpMmTTSm5fX9Kclj9ODBA3HAgAFixYoVRZVKpXE1NSUlRfzuu+9EPz8/0cLCQjQwMBAdHR3FHj165LqiWZjXr6DntGzZMo1pv/zyS67li/PzJoqimJycLI4aNUps1qyZWLlyZdHMzEw0MDAQy5cvL7Zo0UJcv359njn49ddfxcDAQLF8+fKivr6+aG5uLlatWlVs166d+N133+X62X327Jk4b948sWHDhqKVlZW0jVatWombN2/Otf7Xfw5jY2PFpUuXih4eHqKRkZFoa2sr9u7dW3z48GGuZdesWSM2adJEtLGxEfX19UUrKyvRxcVFDA4OFpcuXVro9yDbzz//LG2/YcOGuaYfOnRIXLx4sfjs2TON92NiYkQjIyNp2bp162pM9/X1lab5+/tL77948UKsUqWKNC04OFiadv/+fXHYsGFiQkKCxrqePXsm1qxZU+NYpaSkSNM3bNgg/vTTT2JGRobGckePHtVY5tNPP821f0+ePBENDQ2lq/rx8fFFOGpElB8W6EREVCJe/6A8ceJEjQ+RRkZGeRaioviqC7y3t3eBXTkXLFggzX/v3j3RwMBAmv7bb79prC9nAe/u7l5o25OTkzW2N3LkyDy7cha0vwUV6Hv27Cl03kmTJmms//UC/cMPP9T4WukC3dbWVqxdu3ae2xk8eHChxzhbcQv0ESNGFLiPhoaG4qFDhzSW0VaBXq5cuVxFUHaBfu3aNdHZ2Tnf/TAyMhK3bNlS5ONYUIG+e/dujWmvH5/i/ryJoiheunSp0Lz17NlTY5nXM5zXKz09XZo/ISFBrFWrVoHzd+zYUaOIfP3nsFGjRnku17hxY4225fy+5fWys7Mr8veie/fuGr87iqNevXrSsrVr19Y4FjnbM3fuXI3lcnapNzU1zXWiIy+v/yw9ePCgSG20sbGRlmnbtm2h+/Eu3zpCpAvYxZ2IiGQxefJkacAgY2Nj7Nq1Cx9//HGe83br1g3R0dEAAHNzc3Tp0gWVKlVCZGQkDhw4ALVaja+++go+Pj7w9/dHhQoV0LFjR2zatAkAsHLlSrRu3VpaX84RlHv27FloW62trVG5cmXcunULADBnzhysWbMG/v7+qFOnDho0aICAgAAYGRlJy1SrVg2zZ8/GwYMHcejQIQC5u2z7+voCAPT19eHt7Q0fHx/Y2trCwsICT58+RWRkJMLDwwEAU6ZMQe/evVGxYsU82/jnn3/igw8+wEcffYSnT5/CysoKjRo1wtmzZ7F582ZpvtmzZ0v/b9iwYaH7XlT3799Hamoq+vXrBysrK/z888+4c+cOAGDx4sXo2LEjmjRpUqx1pqamYs6cObned3R0xOeffw7g1e0GTZo0gYeHB6ytrWFsbIzk5GT89ttviImJwcuXLzFkyBDpFgptevDgAR48eIAWLVrA398f9+/fh52dHbKystChQwdp4DtbW1t06dIF1tbW+P3333HixAm8ePEC3bt3R7169VC1atU32r5arUZ8fDyWLFkivefg4IBGjRppzFfcnzfgVddtNzc3+Pn5wd7eHlZWVnj+/DnOnz+PPXv2QBRFrFmzBv369YOfnx8AaAwC6evri7Zt2yIzMxO3b9/GqVOnEBMTo9Gurl274vLly9LX//vf/+Du7o5Dhw7hr7/+AgBs374d3333HSZMmJDnMTh+/DiaN2+Ohg0bYteuXbh06RIA4NixYzh58iTq16+fq20tWrRAQEAAnj59itu3b+P48eNIT08v8nH/888/pf/7+PgUebkXL15oDIaYfdwA4OLFixrzvp6JnF8/ffoUsbGxqFGjRoHbu3LlisbyNjY2hbbxv//+k7rhv97GnHx9fREVFQXg1fEICQkpdN1ElA9tnyEgIqLSoaAryhs3bsx3uQsXLmjMe/ToUY3prVu3lqZ16NBBej8yMlJ638DAQPzvv/9EUdS80qevry+9X5gdO3aIgiDkuw+WlpbipEmTcl1ZL84gcVevXhU3bdokLl68WJwzZ444e/Zs0cTERFp+/fr10ryvX3389NNP87xKVpRB4kri6jAAccOGDRrL5ezF0LVr1wL3PVtRBol7/ap3VlaWeOrUKXHt2rXiggULxNmzZ4vDhw/XWCZnt1ptXUEHIA4bNizXPv/666/SdD09PfHatWvStMzMTNHDw0Oa/tVXXxXpOBZlkDgXFxcxOjpaY7k3/XnLduvWLXHbtm3ikiVLpAxXrFhRWmby5MnSvJ6entL7f/31V6513bx5U8r0+fPnNdo1evRojWPUoEEDaZq1tbW03Ou/dzp06CB1tU9OThb19PSkaYsWLZLWaWFhIb3/endwURTF2NjYQr8H2W3L+XsjMjKySMuJoij2799fWs7Y2FiMiYmRpr0+sNyRI0c0ll25cqXG9LyOb06bNm3SmD+/23hyysjIEIOCgqRlypcvLyYlJeU579SpU/P9mSOi4uEVdCIikt2ECRPQqFEjODo65poWGRmp8XWzZs3yXc+JEyek/zds2BB169bFuXPnkJGRgbVr12LMmDEaV89bt24NOzu7IrWxQ4cOOHr0KKZMmYKIiIhcj6dKSUnBxIkToVarERYWVqR1ZouLi0PXrl012p+X7CvSefnmm2+gUmnv6agGBgbSVW0AcHZ2RqNGjaQeANlXz0raoUOHEBoaivj4+ALnu3PnTp75Utq3336b672cGc/KyoKLi0u+yxeWkaIyNTXFt99+Cy8vr3zbAhT95y05ORk9evTAb7/9VuB2c2b4ww8/lK4Ef/TRR2jQoAFq1KgBd3d3NG7cGB4eHtK82VfIs/Xo0UP6v56eHr744gtpnocPH+Lq1atwc3PLtf3+/ftLjxu0trZGuXLlkJiYCAAaj0j88MMPpX2pXbs2PvjgA9SoUQO1atVC06ZNUb169QL3M1tycrLGo8WKMrhhRkYG+vXrh9WrVwN49bP1yy+/oGbNmvkuk3MbeX1dkB9++AGDBg2Svh41apTG8c3LkydP8Pnnn2P//v0AXvW02L17N2xtbfOcP+fV+Pv37xe5bUSUG5+DTkREssjZBfPGjRto0qRJns+2fvjwYZHX+foHvyFDhkj/X7VqFQDN7u29evUq8rqBV8/oPnLkCB4+fIj9+/cjLCwsV5fV+fPnF2udANC+ffsiFV4vXrzId1pBH96L4/UP9gVtMycbGxvpecfZcp78ePz4cbHbUrlyZYivxsPReEVERAB49Wzp9u3bF1qcA0Xfj6J402NUrly5PLsNv03Gi2r27Nn49ttvpZ+7p0+fonv37li3bl2JtKV3796FFueA5rH67rvv0KpVKwBAWloaDh06hO+//x6DBg2Cp6en1K08r3a9fmLt9a9zFts5OTs7a3yd87aUnCfdli1bJnV3T05Oxr59+7Bw4UL06dMHNWrUwOeffy7LM+QfP36Mli1bSsW5iYkJdu7ciXbt2mnM93qOskflz+/rcuXK5dqWWq3GyJEj0a9fP2RmZgIAJk6ciFmzZhXYxtu3b6NRo0ZScW5ra4sjR47ggw8+yHeZ4pwwIKKC8Qo6ERHJ4ttvv8XZs2fx/fffAwBu3ryJJk2a4OjRo6hWrZo03+tXnCZPngxjY+MibaNTp04YNWoU7t+/j+vXr2PJkiXSfa3ly5dHmzZt3qjtlpaW0qO6Jk6ciN69e0sfqFNTU5GYmFjkK/NXr17FhQsXpK+7dOmCWbNmwcHBAYIgoHz58kUqykxNTd9oXwBoXHl//d7a69evF2kdycnJyMrK0ijSs69MAoCVldUbty8/e/bswbNnz6Sv586di969e8PS0hL//PMPatWqVWLbKoljlN/3KGfGy5Qpo/HorNdZWloWaVuvGzlyJABg6NCh8Pb2xt27dwEAI0aMQPv27aX1vsnP29OnT7F3717p6+bNm+PHH39E5cqVoaenBz8/P5w5cybXchYWFti3bx/u3LmDkydP4tq1a/jnn3+wc+dOPHv2DH/88QdmzZqFSZMm5WpXYmKiRpGaM2vAq/Ee8mJgYKDxdfbV9Nc5Ojrir7/+wo0bN3D69Glcv34dly5dwq+//orMzExs2bIFLVu2LHQMC2trawiCIBWo+Z04AIB///0Xbdq0ke4Ft7Ozw549e6SxKnJ6/bF4//77r8bXsbGx0v9NTU1z3aP+7NkzdOnSBb/++iuAV8dl+fLlhZ60PHv2LD755BMkJCQAAFxcXLBv3z6N39l5yXmCJb+r7ERUNCzQiYhIFoIgYOnSpTA0NMSCBQsAAPHx8VKRnt3N9/WBzMqVK4f+/fvnWt/ly5dzffg1MjLCl19+ie+++w7Aq66b2bp16wZ9/aL/mevRoweGDBmCevXq5ZpmZmYm/V+lUmk81zpnQZCzmMyWnJys8fX//vc/aSC4iIiIt+4O+npB8uzZM5iYmGi8l7N4vn//PmJjY1GtWjW8ePEiz0Ha8pKRkYHNmzdLz6+Pi4vTeI5yXsftbb1+7Hr27CkVmlu2bCnRbZXEMcpPzow/f/4ctWrVkq4s53Tq1CmNK75voly5cpg6dapUWCYnJ2PBggWYOHFirrZkz1/Yz1tKSgqysrKkaW3atJEKwqtXr+Ya0Czb33//DVdXV1SqVAn/+9//pPeHDh2KRYsWAQDOnTuXZ7vWrVuHmTNnAnh1W8DPP/8sTbO2toarq2thh6JAFy5cgIeHB6pXr67Rnb1du3bSM73PnTtXaIGur68PJycnaYDJ27dvo0GDBrnmi4yMRPv27fHgwQMAgLu7O/bt24fKlSvnuV47Ozv4+fnh9OnTAIAdO3Zg+PDhAF71UtizZ480b9u2bTVOMCUkJCAoKEi67cTS0hLbtm1DixYtCtyXnTt34osvvpB+j3344YfYtWtXkbrt3759W/r/mw5ySESvsEAnIiJZzZ8/H0ZGRtKH7bt370pFupubG7y8vPDRRx9JI6EPGjQI+/fvR7169aBSqXDr1i2cOHECMTExmDhxYq4Rqfv3749Zs2YhMzMTz58/l94vyujtOa1fvx7r169HtWrV0KhRI1StWhWCIODChQvYsWOHNF/jxo01CuCco67fv38fPXv2hLu7OwRBwMCBA1G9enWoVCqpu+zQoUMRHR2N5ORkrFmzplhtzMvro7536dIFDRs2hEqlQrdu3WBnZ5frCp2/vz+aNGmCc+fO4caNG0XeVq9evfDnn39Ko7hnZGRI00JDQ99uR/LwehHWpk0btGrVChcvXsS2bdtKdFsldYzy0qZNG7i5uUm9O9q3b49PP/0U7u7uUKvViI2NxbFjx3Dr1i2sWbMG3t7eb7W9L774AmFhYVLRuGjRIowYMQJmZmZv9PNWvnx5WFlZSbcxTJ06FUlJScjMzMTq1avzvQVg5MiROH36NJo3bw5HR0fY2tri3r17GrnPPjHi5eWF5s2b48iRIwCAWbNm4d9//0WtWrVw8OBBjXvUhw4d+tbjMXz++edISUlB06ZNUbFiRVhbWyM2Nhb79u3L1bbC+Pv7S8f63LlzCA4O1ph+4sQJNG/eXDpOhoaG6NChg8btONmye0IAwPjx4xEUFATgVYHfqlUrNGrUCHv37pVu+9DX18fXX38tLfP48WP4+flpjAXQvn17REdHSyP35zwG2eM2bN26FZ06dZJ+T1laWiIwMFDqOZTN0tISX375Za52nz17Vvr/hx9+mNdhIqKi0s7YdEREVNq8Ppry68/C/fbbbzWmly9fXrx48aIoiqKYmJhY4HOZs1/Zz/V+3f/+9z+N+Xx9fYvd/sK2jf8/evSlS5c0lktISNAYiT3n6/79+6IoimK/fv3ynN68eXONEbBz7l9RRmcXRVF8/vy5WKFChTzXf+bMGWm+15+jnv3KOWo3Chih3M7OTuNZxzlfAwYMKPJxLs5z0F++fKkxwnnO1+ujmOds95uM4l4Sx6ig/bl69WqBz0HPr035Keg56KIoikuWLNGYPnPmTGnam/y8zZgxI895ateurZGLHj16SMsEBgYWuP4yZcqIp0+fluZPSEgQ3d3dC1ymsOeg37x5U+M4VK5cOc/9cXV1LfRnPS4urkjfi5w/q68/b/316YW9Xjd+/Ph851WpVOKKFSs05n/9iQMFvQp6GkF+r7wy/uTJE9HQ0FAEIAqCIN66datIx42I8sZB4oiISBFTpkzRuPc2KSkJTZs2RXR0NMqXL49Tp05h2bJlaNasGcqVKwc9PT2YmpqiZs2a+OKLL7BhwwaNLuw55RwsDij+4HDAqytfs2fPlq52Zg+KZm5ujjp16mD06NG4fPkyateurbGcvb099uzZA39//3zvQV68eDEmT56MypUrw8DAAE5OThg1ahT27NlTrG74eTEyMsK+ffvw8ccfw8LCIt/5du/ejdDQUNja2sLIyAienp5YuXKlxjOzC1KmTBmEh4fjq6++QqVKlWBoaAhXV1csXLiwyOsoLgMDAxw9ehQhISGwsbGBkZERateujR9//LHYI+kXxdseo4K4uLjg4sWLmDVrFho2bIiyZctK+fL09ERoaCh27twp3ULwtnr37q0xTsK8efOke+vf5OdtzJgxWLp0KVxcXGBgYAB7e3t8+eWX+OOPPzRuAclp1KhRGDp0KOrXr4+KFSvC0NAQRkZGqFq1Knr06IHTp09r9Fywt7fHmTNnMHfuXDRo0ACWlpbQ19eHra0tWrZsiU2bNmHbtm1v/TMDANOnT0e/fv1Qr1492Nvbw8DAACYmJqhZsyYGDBiAqKiofLufv+6zzz6Tbns5fvx4rvvl38bkyZNx8OBBtGnTBuXKlYOBgQEqVKiA4OBgnDp1SpaeK8W1Z88evHz5EsCrZ8o7OTlpuUVE7zZBFDnsIhERvdsSEhJQsWJFiKIIY2Nj3Lt3T5ZBy943YWFhmDRpEoBXI67nNQo/EQEDBw6UBsRctGgRBg8erOUWKSfnffvbtm1Dx44dtdwioncbr6ATEdE7KyIiAr/99ht69OghjaLctWtXFudEpKixY8eiTJkyAIAlS5bI8og2XRQbGys9fs/b2xuffvqplltE9O5jgU5ERO+spk2bom3bttKAV2XLlpVGqyYiUkqlSpWkW22uXbumMbBkaTZv3jxphP/p06fn+1g7Iio6dnEnIqJ3VvaHwbJly6JBgwaYMWMGPDw8tNyq0oNd3ImIiJTFAp2IiIiIiIhIB7CLOxEREREREZEOYIFOREREREREpANYoBMRERERERHpABboRERERERERDqABToRERERERGRDmCBTkRERERERKQDWKATERERERER6QAW6EREREREREQ6gAU6ERERERERkQ5ggU5ERERERESkA1igExEREREREekAFuhEREREREREOoAFOhEREREREZEOYIFOREREREREpANYoBMRERERERHpAH1tN4CotFOr1bh37x7Mzc0hCIK2m0NERERERG9BFEU8efIEDg4OUKlK9po3C3Qimd27dw+Ojo7abgYREREREZWg27dvo1KlSiW6ThboRDIzNzcHAMTHx8PS0lLLraHSShRFpKSkwNLSkj01SDbMGSmBOSMlMGf0NlJTU+Ho6Ch9zi9JLNCJZJb9S9/S0hIWFhZabg2VZjwBREpgzkgJzBkpgTmjtyXHyR0OEkekELVare0mUCmmVquRmJjInJGsmDNSAnNGSmDOSFexQCciKiXS09O13QR6DzBnpATmjJTAnJEuYoFOREREREREpANYoBMRERERERHpABboRArhCKEkJ0EQYGNjw5yRrJgzUgJzRkpgzkhXcRR3IoXwDwDJSRAEWR71QZQTc0ZKYM5ICcwZ6SpeQSdSCEcJJTmp1WrcvXuXOSNZMWekBOaMlMCcka5igU5EVEpkZGRouwn0HmDOSAnMGSmBOSNdxAKdiIiIiIiISAewQCciIiIiIiLSASzQiRTCQeJIToIgwM7OjjkjWTFnpATmjJTAnJGu4ijuRArhHwCSkyAIMDY21nYzqJRjzkgJzBkpgTkjXcUr6EQK4SihJCe1Wo1bt24xZyQr5oyUwJyREpgz0lUs0ImISglRFLXdBHoPMGekBOaMlMCckS5igU5ERERERESkA1igExEREREREekAFuhECuEgcSQnQRDg4ODAnJGsmDNSAnNGSmDOSFexQCdSCP8AkJwEQYC+vj5zRrJizkgJzBkpgTkjXcUCnUghHCWU5KRWqxEfH8+ckayYM1ICc0ZKYM5IV/E56EQKqTP5IERDU203g0opPUGEn62I0/f/RpbIqwEkD+aMlMCckRKYs3dP3Iw22m6CIngFnYiIiIiIiEgHsEAnIiIiIiIi0gHs4k6kkCxR4Bkxkk2WKOD0fbCbHsmKOSMlMGekBOaMdBXrBSLFiNpuAJVqIgxVr/4lkg9zRkpgzkgJzBnpJhboRArR4wlakpGeAHjbiMwZyYo5IyUwZ6QE5ox0FQt0IiIiIiIiIh3AAp2IiIiIiIhKvRkzZkAQBAwbNkx6TxCEPF+zZ8+W5hk+fDisra3h6OiIDRs2aKxz69atCAoKKrE2vtMFekBAgMbBLQmiKKJPnz6wtraGIAiIjo7Oc75du3ahevXq0NPTw7Bhw7B27VpYWVmVaFtKghzHKC8hISFo37697NshovypeRsdKYA5IyUwZ6QE5uz9cubMGfzwww/w9PTUeD8hIUHjtXr1agiCgI4dOwIA9uzZg40bN+LgwYOYNWsWQkNDkZycDABISUnBuHHjsHTp0hJrp6yjuIeEhODx48fYtWuXnJspUQcOHMDatWsRERGBqlWroly5cnnO17dvX/Ts2RNDhgyBubk59PX10bp1a4VbW7gdO3bAwMBAlnXfunULNWvWxP3797Fw4UKIou78louLi0OVKlVw/vx5eHt7a7s5ADiKO8krSxRw6j5vpCN5MWekBOaMlMCcvV/S0tLQtWtXrFixAlOnTtWYZm9vr/H1r7/+iqZNm6Jq1aoAgJiYGAQEBMDHxwc+Pj4YNmwY4uLiAAATJkxA//794eTkVGJtZb3wmtjYWFSoUAENGzaEvb099PVzn8NIS0tDUlISAgMD4eDgAHNzcxgbG6N8+fJaaHHBrK2tYW5uLsu6s8NrZmYGS0tLnexBUBIyMjJKZD0CRwklGQkQYWkoMmckK+aMlMCckRKYs/fLwIED0aZNG7Ro0aLA+RITE/Hbb7+hd+/e0nteXl44e/YsHj16hKioKKSnp0vF+4ULFzBkyJASbatWC/R58+bBw8MDpqamcHR0xIABA5CWlqYxT2RkJAICAmBiYoKyZcsiMDAQjx49ynN9v/32GywtLXPdF5DTH3/8AT8/PxgZGaFChQr4+uuvkZmZCeDVFf/BgwcjPj4egiDA2dk51/IRERFSwdusWTMIgoCIiIhcXdzDwsLg7e2Nn376Cc7OzrC0tESnTp3w5MkTaZ4DBw6gUaNGsLKygo2NDdq2bYvY2FhpelxcHARBwI4dO9C0aVOYmJjAy8sLf/31V5GP0etd3J2dnfHdd9+hV69eMDc3h5OTE3788UeN9Z04cQLe3t4oU6YMfHx8sGvXrjy7+//666/45JNPpGOXs4t7QEAAhgwZgtGjR8Pa2hr29vYICwuTpnfp0gWff/65xvoyMjJQrlw5rF+/HgCgVqsxffp0VKlSBcbGxvDy8sK2bduk+R89eoSuXbvC1tYWxsbGqFGjBtasWQMAqFKlCgCgTp06EAQBAQEB0jonT56MSpUqwcjICN7e3jhw4ECuY75582Y0adIEZcqUwYYNG3Dr1i0EBQWhbNmyMDU1Ra1atbBv3z4Uh4onaUlGKgFwtxKZM5IVc0ZKYM5ICczZ+2PTpk04d+4cpk+fXui869atg7m5OT799FPpvcDAQHzxxRfw9fVFSEgI1q1bB1NTUwDA/PnzsWzZMri6usLf3x+XL19+6/ZqtUBXqVRYtGgRLl++jHXr1uHo0aMYPXq0ND06OhrNmzeHu7s7/vrrLxw/fhxBQUHIysrKta6NGzeic+fO2LBhA7p27Zrn9u7evYvWrVvD19cXFy5cwLJly7Bq1Sqpm8PChQul4i0hIQFnzpzJtY6GDRvi6tWrAIDt27cjISEBDRs2zHN7sbGx2LVrF/bu3Yu9e/fijz/+wIwZM6TpT58+xfDhw3H27FkcOXIEKpUKHTp0gFqt1ljPuHHjMHLkSERHR8PFxQWdO3eWTioU5xhlmzt3Lnx8fHD+/HkMGDAA/fv3l/YpNTUVQUFB8PDwwLlz5zBlyhSMGTMm1zoeP36M48ePSwV6XrLDe+rUKcyaNQuTJ0/GoUOHAABdu3bFnj17NE7I/P7773j27Bk6dOgAAJg+fTrWr1+P5cuX4/Lly/jqq6/wxRdf4I8//gAAjB8/Hv/88w/279+PmJgYLFu2TLol4fTp0wCAw4cPIyEhATt27ADw6ns8d+5czJkzBxcvXkRgYCA++eQTXL9+XaPtX3/9NYYOHYqYmBgEBgZi4MCBePHiBY4dO4ZLly5h5syZMDMzy3O/X7x4gdTUVI0XEREREREp6/bt2xg6dCg2bNiAMmXKFDr/6tWr0bVr11zzhoWF4caNG7h06RI6dOiAefPmAQAMDAwwdepUHD9+HKGhoejevftbt1nWe9AL8/qV3alTp6Jfv374/vvvAQCzZs2Cj4+P9DUA1KpVK9d6li5dinHjxmHPnj1o0qRJvtv7/vvv4ejoiCVLlkAQBNSsWRP37t3DmDFjMGHCBFhaWsLc3Bx6enq57kXIZmhoKHVlz74ynB+1Wo21a9dKV9y7deuGI0eOYNq0aQAgDTyQbfXq1bC1tcU///yD2rVrS++PHDkSbdq0AQBMmjQJtWrVwo0bN1CzZs0iH6OcWrdujQEDBgAAxowZg/nz5yM8PByurq7YuHEjBEHAihUrUKZMGbi7u+Pu3bv48ssvNdaxb98+eHp6wsHBId/teHp6YuLEiQCAGjVqYMmSJThy5Ag++ugjBAYGwtTUFDt37kS3bt0AvDrJ8sknn8Dc3BwvXrzAd999h8OHD6NBgwYAgKpVq+L48eP44Ycf0KRJE8THx6NOnTrw8fEBAI0eD7a2tgAAGxsbje/RnDlzMGbMGHTq1AkAMHPmTISHh2PBggUagzsMGzZM48xZfHw8OnbsCA8PD6kt+Zk+fTomTZqU73QiIiIiIpJfVFQUkpKSULduXem9rKwsHDt2DEuWLMGLFy+gp6cHAPjzzz9x9epVbN68ucB1XrlyRZrn+PHjaNy4MWxtbREcHIxevXrhyZMnb3WLsVavoB8+fBjNmzdHxYoVYW5ujm7duiE5ORnPnj0D8H9Xhwuybds2fPXVVzh06FCBxTnw6gb/Bg0aQBD+ry+Lv78/0tLScOfOnbffodc4OztrfHMqVKiApKQk6evr16+jc+fOqFq1KiwsLKQCMz4+XmM9OUcarFChAgBI6ynKMXpdzvUJggB7e3tpfVevXoWnp6fGWSM/P79c68jZvb0o28lue/Z29PX1ERwcLN2O8PTpU/z6669S74cbN27g2bNn+Oijj2BmZia91q9fL90G0L9/f2zatAne3t4YPXo0Tpw4UWB7UlNTce/ePfj7+2u87+/vj5iYGI33sov+bEOGDMHUqVPh7++PiRMn4uLFi/luZ+zYsUhJSZFet2/fBgDe4USyEgGkZzJnJC/mjJTAnJESmLP3Q/PmzXHp0iVER0dLLx8fH3Tt2hXR0dFScQ4Aq1atQr169eDl5ZXv+kRRRN++ffHdd98BeFXsZ49Xlf1vQT2Zi0JrBXpcXBzatm0LT09PbN++HVFRUdIVzJcvXwIAjI2NC11PnTp1YGtri9WrV+vUKOIAco2eLgiCRvf1oKAgPHz4ECtWrMCpU6dw6tQpAP+3/3mtJ/vkQvZ6inKMituuwrx8+RIHDhwotEAvbDtdu3bFkSNHkJSUhF27dsHY2BgtW7YEAKnr+2+//abxA/XPP/9I96G3atUKt27dwldffYV79+6hefPmGDlyZJH3oyDZ95VkCw0Nxb///otu3brh0qVL8PHxweLFi/Nc1sjICBYWFhovAFCLvMmJ5KMWBUQ/VDFnJCvmjJTAnJESmLP3g7m5OWrXrq3xMjU1hY2NjUaP5dTUVGzduhWhoaEFrm/lypWwtbVFq1atAAD169fH0aNHcfLkScyfPx/u7u5vPXC21gr0qKgoqNVqzJ07F/Xr14eLiwvu3bunMY+npyeOHDlS4HqqVauG8PBw/Prrrxg8eHCB87q5ueGvv/7SKOQjIyNhbm6OSpUqvfnOvIHk5GRcvXoV3377LZo3bw43N7d8B78rSFGOUXG4urri0qVLePHihfTe6/fiR0REoGzZsgWeXSqKhg0bwtHREZs3b8aGDRvw2WefSUW9u7s7jIyMEB8fj+rVq2u8HB0dpXXY2tqiR48e+Pnnn7FgwQJpwDtDQ0MAmmewLCws4ODggMjISI12REZGwt3dvdD2Ojo6ol+/ftixYwdGjBiBFStWFGt/OUooyUmAiPJlOBotyYs5IyUwZ6QE5oxy2rRpE0RRROfOnfOdJzExEdOmTcOiRYuk9+rVq4cRI0agTZs22LJlizRg9duQ/R70lJSUXKN/29jYoHr16sjIyMDixYsRFBSEyMhILF++XGO+sWPHwsPDAwMGDEC/fv1gaGiI8PBwfPbZZxrPJ3dxcUF4eDgCAgKgr6+PBQsW5NmWAQMGYMGCBRg8eDAGDRqEq1evYuLEiRg+fDhUKmXPVZQtWxY2Njb48ccfUaFCBcTHx+Prr78u9nqKeoyKqkuXLhg3bhz69OmDr7/+GvHx8ZgzZw6A/7t6v3v37kKvnhdne8uXL8e1a9cQHh4uvW9ubo6RI0fiq6++glqtRqNGjZCSkoLIyEhYWFigR48emDBhAurVq4datWrhxYsX2Lt3L9zc3AAA5cuXh7GxMQ4cOIBKlSqhTJkysLS0xKhRozBx4kRUq1YN3t7eWLNmDaKjowsc+R94dU96q1at4OLigkePHiE8PFzaVlGpBHajIvmoBKCahYjkFwKyGDSSCXNGSmDOSAnM2fsrIiIi13t9+vRBnz59ClzOzs5Oev55zkGgJ0yYgAkTJpRY+2SvSiMiIlCnTh2N16RJk+Dl5YV58+Zh5syZqF27NjZs2JBr6HsXFxccPHgQFy5cgJ+fHxo0aIBff/01z2eTu7q64ujRo/jll18wYsSIPNtSsWJF7Nu3D6dPn4aXlxf69euH3r1749tvv5Vl3wuiUqmwadMmREVFoXbt2vjqq68we/bsYq+nOMeoKCwsLLBnzx5ER0fD29sb48aNkwKXfV96SRboXbt2xT///IOKFSvmujd8ypQpGD9+PKZPnw43Nze0bNkSv/32m/QINUNDQ4wdOxaenp5o3Lgx9PT0sGnTJgCv7nFftGgRfvjhBzg4OKBdu3YAXt1LPnz4cIwYMQIeHh44cOAAdu/ejRo1ahTYzqysLAwcOFBqh4uLi8bAfERERERERG9LEHXtxm3SORs2bEDPnj2RkpKCmJgYNGvWDPfv3891jznlLTU1FZaWlnD+ajNEQ9PCFyB6A3qCCD9bEafvC8ji/XQkE+aMlMCckRKYs3dP3Iw22m6CJPvzfUpKijTeVEnR6mPWSDetX78eVatWRcWKFXHhwgWMGTMGwcHBMDY2RmZmJhYvXszi/A3wVBjJSRSBlJfMGcmLOSMlMGekBOaMdBULdMrlv//+w4QJE/Dff/+hQoUK+Oyzz6Rnt/v5+eX52DUqnBqCdp9rSKWaGgL+ecwrACQv5oyUwJyREpgz0lUs0CmX0aNHY/To0dpuRqnDUUJJTgJEVDQF7j4FRPADB8mDOSMlMGekBOaMdBUv6BEpRMXf/SQjlQA4morMGcmKOSMlMGekBOaMdBULdCIiIiIiIiIdwAKdiIiIiIiISAewQCdSCEcJJTmJIpCULjBnJCvmjJTAnJESmDPSVRwkjkghFye1LPHnJBIRERERUenBK+hEClGr1dpuApViarUaDx48YM5IVswZKYE5IyUwZ6SrWKATEZUSaWlp2m4CvQeYM1ICc0ZKYM5IF7FAJyIiIiIiItIBLNCJiIiIiIiIdAALdCKFCIKg7SZQKSYIAqysrJgzkhVzRkpgzkgJzBnpKo7iTqQQ/gEgOWV/0CCSE3NGSmDOSAnMGekqXkEnUghHCSU5qdVqJCYmMmckK+aMlMCckRKYM9JVLNCJiEqJ9PR0bTeB3gPMGSmBOSMlMGeki1igExEREREREekAFuhEREREREREOoAFOpFCOEgcyUkQBNjY2DBnJCvmjJTAnJESmDPSVRzFnUgh/ANAchIEAebm5tpuBpVyzBkpgTkjJTBnpKt4BZ1IIRwllOSkVqtx9+5d5oxkxZyREpgzUgJzRrqKBToRUSmRkZGh7SbQe4A5IyUwZ6QE5ox0EQt0IiIiIiIiIh3AAp2IiIiIiIhIB7BAJ1IIB4kjOQmCADs7O+aMZMWckRKYM1ICc0a6iqO4EynEI+wgVEYm2m4GEREREb3H4ma00XYTqAC8gk6kED1B1HYTqBTTE0R8YKtmzkhWzBkpgTkjJTBnpKtYoBMRlRIq9tIjBTBnpATmjJTAnJEuYoFOREREREREpANYoBMRERERERHpABboRArJ4i1OJKMsEYhOFpgzkhVzRkpgzkgJzBnpKhboRIrhjU4kJwEv1a/+JZIPc0ZKYM5ICcwZ6SYW6EQK4SihJCc9QYSfrcickayYM1ICc0ZKYM7ezowZMyAIAoYNG5bn9H79+kEQBCxYsEDj/eHDh8Pa2hqOjo7YsGGDxrStW7ciKChIpha/O1igvyPCwsLg7e2t7WYo7r///sNHH30EU1NTWFlZKb79iIgICIKAx48fK75tIiIiIiJdc+bMGfzwww/w9PTMc/rOnTtx8uRJODg4aLy/Z88ebNy4EQcPHsSsWbMQGhqKBw8eAABSUlIwbtw4LF26VPb26zoW6AUICQmBIAgQBAEGBgaoUqUKRo8ejefPnyvelpEjR+LIkSOKb/dNrF27tsSK6fnz5yMhIQHR0dG4du1aiayTiIiIiIiKLy0tDV27dsWKFStQtmzZXNPv3r2LwYMHY8OGDTAwMNCYFhMTg4CAAPj4+KBz586wsLDAzZs3AQCjR49G//794eTkpMh+6DIW6IVo2bIlEhIS8O+//2L+/Pn44YcfMHHiRMXbYWZmBhsbG8W3q22xsbGoV68eatSogfLly2u7OURERERE762BAweiTZs2aNGiRa5parUa3bp1w6hRo1CrVq1c0728vHD27Fk8evQIUVFRSE9PR/Xq1XH8+HGcO3cOQ4YMUWIXdB4L9EIYGRnB3t4ejo6OaN++PVq0aIFDhw5J052dnXPdW+Ht7Y2wsDDpa0EQsHLlSnTo0AEmJiaoUaMGdu/eLU3P7kZ95MgR+Pj4wMTEBA0bNsTVq1eleV7v4h4SEoL27dtjzpw5qFChAmxsbDBw4EBkZGRI8yQkJKBNmzYwNjZGlSpVsHHjxjzbm5NarcbkyZNRqVIlGBkZwdvbGwcOHMjV1pxdvqOjoyEIAuLi4hAREYGePXsiJSVF6n2Q81i8btmyZahWrRoMDQ3h6uqKn376SePYbt++HevXr4cgCAgJCcl3PatXr0atWrVgZGSEChUqYNCgQdK0efPmwcPDA6ampnB0dMSAAQOQlpYmTb916xaCgoJQtmxZmJqaolatWti3b5/G+qOiovL93hRVlshBSEg+WaKA0/cF5oxkxZyREpgzUgJzVnybNm3CuXPnMH369Dynz5w5E/r6+vkW2oGBgfjiiy/g6+uLkJAQrFu3Dqampujfvz+WL1+OZcuWwdXVFf7+/rh8+bKcu6LTWKAXw99//40TJ07A0NCw2MtOmjQJwcHBuHjxIlq3bo2uXbvi4cOHGvOMGzcOc+fOxdmzZ6Gvr49evXoVuM7w8HDExsYiPDwc69atw9q1a7F27Vppevfu3XHv3j1ERERg+/bt+PHHH5GUlFTgOhcuXIi5c+dizpw5uHjxIgIDA/HJJ5/g+vXrRdrPhg0bYsGCBbCwsEBCQgISEhIwcuTIPOfduXMnhg4dihEjRuDvv/9G37590bNnT4SHhwN4dX9Ly5YtERwcjISEBCxcuDDP9SxbtgwDBw5Enz59cOnSJezevRvVq1eXpqtUKixatAiXL1/GunXrcPToUYwePVqaPnDgQLx48QLHjh3DpUuXMHPmTJiZmWlsozjfmxcvXiA1NVXj9QoHISE5iTBUvfqXSD7MGSmBOSMlMGfFcfv2bQwdOhQbNmxAmTJlck2PiorCwoULsXbtWghC/ic9wsLCcOPGDVy6dAkdOnTA9OnT0aJFCxgYGGDq1Kk4fvw4QkND0b17dzl3R6exQC/E3r17YWZmhjJlysDDwwNJSUkYNWpUsdcTEhKCzp07o3r16vjuu++QlpaG06dPa8wzbdo0NGnSBO7u7vj6669x4sSJAu93L1u2LJYsWYKaNWuibdu2aNOmjXSf+pUrV3D48GGsWLECH3zwAerWrYuVK1ciPT29wHbOmTMHY8aMQadOneDq6oqZM2fC29u7wKvuORkaGsLS0hKCIMDe3h729va5it2c2woJCcGAAQPg4uKC4cOH49NPP8WcOXMAALa2tjAyMoKxsTHs7e1haWmZ53qmTp2KESNGYOjQoXBxcYGvr6/GiJLDhg1D06ZN4ezsjGbNmmHq1KnYsmWLND0+Ph7+/v7w8PBA1apV0bZtWzRu3FhjG8X53kyfPh2WlpbSy9HREQCgxxO0JCM9AfC2EZkzkhVzRkpgzkgJzFnxREVFISkpCXXr1oW+vj709fXxxx9/YNGiRdDX10dERASSkpLg5OQkTb916xZGjBgBZ2fnPNd55coV/Pzzz5gyZQoiIiLQuHFj2NraIjg4GOfOncOTJ0+U3Ukdoa/tBui6pk2bYtmyZXj69Cnmz58PfX19dOzYsdjryTnKoampKSwsLHJdzc45T4UKFQBACnpeatWqBT09PY1lLl26BAC4evUq9PX1UbduXWl69erV8xzMIVtqairu3bsHf39/jff9/f1x4cKFwnax2GJiYtCnT59c28rvSnlekpKScO/ePTRv3jzfeQ4fPozp06fjypUrSE1NRWZmJp4/f45nz57BxMQEQ4YMQf/+/XHw4EG0aNECHTt2zDUqZXG+N2PHjsXw4cOlr1NTU6UinYiIiIjoXdO8eXOpzsjWs2dP1KxZE2PGjEGFChUQGBioMT0wMBDdunVDz549c61PFEX07dsX8+bNg5mZGbKysqRbdbP/zcrKkmlvdBuvoBfC1NQU1atXh5eXF1avXo1Tp05h1apV0nSVSgVR1Owak/M+8Gyvj2IoCALUanW+82R3DXl9nuKus6SpVK8ik3Of89pfpRgbGxc4PS4uDm3btoWnpye2b9+OqKgo6fENL1++BACEhobi33//Rbdu3XDp0iX4+Phg8eLFGuspzvfGyMgIFhYWGi8iIiIioneVubk5ateurfEyNTWFjY0NateuLf2b82VgYAB7e3u4urrmWt/KlStha2srPffc398fR48excmTJzF//ny4u7tr5RHLuoAFejGoVCp88803+Pbbb6Wu4ra2tkhISJDmSU1NlR4XoE2urq7IzMzE+fPnpfdu3LiBR48e5buMhYUFHBwcEBkZqfF+ZGQk3N3dAbzaXwAa+xwdHa0xv6GhYZHOeLm5uRW4raIwNzeHs7Nzvo+gi4qKglqtxty5c1G/fn24uLjg3r17ueZzdHREv379sGPHDowYMQIrVqwochuIdIWat9GRApgzUgJzRkpgzrQjMTER06ZNw6JFi6T3/Pz8MGLECLRp0wZbtmzBmjVrtNhC7WIX92L67LPPMGrUKCxduhQjR45Es2bNsHbtWgQFBcHKygoTJkzQ6HauLTVr1kSLFi3Qp08fLFu2DAYGBhgxYgSMjY0LHLhh1KhRmDhxIqpVqwZvb2+sWbMG0dHR2LBhA4BX3eQdHR0RFhaGadOm4dq1a5g7d67GOpydnZGWloYjR47Ay8sLJiYmMDExyXNbwcHBqFOnDlq0aIE9e/Zgx44dOHz4cLH2NSwsDP369UP58uXRqlUrPHnyBJGRkRg8eDCqV6+OjIwMLF68GEFBQYiMjMTy5cs1lh82bBhatWoFFxcXPHr0COHh4XBzcytWG4oiSxR4RoxkkyUKOHWfN9KRvJgzUgJzRkpgzt5eREREgdPj4uLyfN/Ozi7PaRMmTMCECRPevmHvONYLxaSvr49BgwZh1qxZePr0KcaOHYsmTZpIg7S1b98e1apV03YzAQDr16+HnZ0dGjdujA4dOuDLL7+Eubl5niMvZhsyZAiGDx+OESNGwMPDAwcOHMDu3btRo0YNAK+6ev/yyy+4cuUKPD09MXPmTEydOlVjHQ0bNkS/fv3w+eefw9bWFrNmzcpzW+3bt8fChQsxZ84c1KpVCz/88APWrFmDgICAYu1njx49sGDBAnz//feoVasW2rZtK4067+XlhXnz5mHmzJmoXbs2NmzYkOvREFlZWRg4cCDc3NzQsmVLuLi44Pvvvy9WG4pC4CihJCMBIiwNReaMZMWckRKYM1ICc0a6ShBfv4GaSq07d+7A0dERhw8fLnBQNSpZqampsLS0hPNXmyEammq7OVRK6Qki/GxFPtOVZMWckRKYM1LC+5yzuBlttN2Ed1725/uUlJQSH2+KXdxLsaNHjyItLQ0eHh5ISEjA6NGj4ezsnOsRYkRERERERKR9LNBLsYyMDHzzzTf4999/YW5ujoYNG2LDhg25Rn8nIiIiIiIi7WOBXooFBgbmeh4haQ/vJSE5iQDSM5kzkhdzRkpgzkgJzBnpKhboRApRcxR3kpFaFBD98P26h46Ux5yREpgzUgJzRrqK9QKRQjhKKMlJgIjyZTgaLcmLOSMlMGekBOaMdBULdCKFqHiSlmSkEoBqFiJzRrJizkgJzBkpgTkjXcUCnYiIiIiIiEgH8B50IoWcn/AxrKystN0MKqXUajXi4+Ph5OQElYrnXkkezBkpgTkjJTBnpKuYRiKiUsLY2FjbTaD3AHNGSmDOSAnMGekiXkEnUgjPzpKcVCoV7OzstN0MKuWYM1ICc0ZKYM5IV7FiIFKIKHKUUJKPKIp4/Pgxc0ayYs5ICcwZKYE5I13FAp1IIfwDQHLiBw1SAnNGSmDOSAnMGekqFuhEREREREREOoAFOhEREREREZEOYIFORFRKmJmZabsJ9B5gzkgJzBkpgTkjXcRR3IkUwlHcSU4qlQrlypXTdjOolGPOSAnMGSmBOSNdxYqBSCFqtVrbTaBSTK1W48GDB8wZyYo5IyUwZ6QE5ox0FQt0IqJSIi0tTdtNoPcAc0ZKYM5ICcwZ6SIW6EREREREREQ6gAU6ERERERERkQ5ggU6kEEEQtN0EKsUEQYCVlRVzRrJizkgJzBkpgTkjXcVR3IkUwj8AJKfsDxpEcmLOSAnMGSmBOSNdxSvoRArhKKEkJ7VajcTEROaMZMWckRKYM1ICc0a6igU6EVEpkZ6eru0m0HuAOSMlMGekBOaMdBELdCIiIiIiIiIdwHvQiRRy9uxZmJmZabsZVEqJooj09HQkJCRwvAOSDXNGSniXc1a/fn1tN4GI3nG8gk5EVEoYGhpquwn0HmDOSAnMGclNEATY2Ni8cyeBqPTjFXQihfAPAMlJEATo6/NXOsmLOSMlMGekBEEQYG5uru1mEOXCK+hEChFFUdtNoFJMFEU8f/6cOSNZMWekBOaMlKBWq3H37l2O4k46hwU6EVEpwQ8ZpATmjJTAnJESMjIytN0EolxYoBMRERERERHpABboRERERERERDqABToRUSlhZGSk7SbQe4A5IyUwZyQ3QRBgZ2fHQXxJ57BAL+WcnZ2xYMEC2bcjCAJ27dr1RsvGxcVBEARER0eXaJt0Df8AkJwEQYCenh5zRrJizkgJ72POli1bBk9PT1hYWMDCwgINGjTA/v37pelhYWGoWbMmTE1NUbZsWbRo0QKnTp3SWMfw4cNhbW0NR0dHbNiwQWPa1q1bERQUpMi+vCsEQYCxsfF7lTN6N5RYgf7ff/9h8ODBqFq1KoyMjODo6IigoCAcOXJEY74TJ06gdevWKFu2LMqUKQMPDw/MmzcPWVlZAIDt27dDT08Pd+/ezXM7NWrUwPDhwwEAAQEBGDZsmDQtICAAgiBAEAQYGRmhYsWKCAoKwo4dO4q0D0OGDEG9evVgZGQEb2/vPOfZsmULvL29YWJigsqVK2P27NlFWndpl5CQgFatWr3Rso6OjkhISEDt2rVLuFUlLyQkBO3bt3+jZTkaLclJFEWkp6czZyQr5oyU8D7mrFKlSpgxYwaioqJw9uxZNGvWDO3atcPly5cBAC4uLliyZAkuXbqE48ePw9nZGR9//DHu378PANizZw82btyIgwcPYtasWQgNDcWDBw8AACkpKRg3bhyWLl2qtf3TRWq1Grdu3eKAhKRzSqRAj4uLQ7169XD06FHMnj0bly5dwoEDB9C0aVMMHDhQmm/nzp1o0qQJKlWqhPDwcFy5cgVDhw7F1KlT0alTJ4iiiE8++QQ2NjZYt25dru0cO3YMN27cQO/evfNty5dffomEhATExsZi+/btcHd3R6dOndCnT58i7UuvXr3w+eef5zlt//796Nq1K/r164e///4b33//PebPn48lS5YUad2lmb29/Rt3R9PT04O9vT2feUr0lt6nD7OkPcwZKeF9y1lQUBBat26NGjVqwMXFBdOmTYOZmRlOnjwJAOjSpQtatGiBqlWrolatWpg3bx5SU1Nx8eJFAEBMTAwCAgLg4+ODzp07w8LCAjdv3gQAjB49Gv3794eTk5PW9k9XvW85o3dDiRToAwYMgCAIOH36NDp27AgXFxfUqlULw4cPl36xPH36FF9++SU++eQT/Pjjj/D29oazszNCQ0Oxbt06bNu2DVu2bIGBgQG6deuGtWvX5trO6tWr8cEHH6BWrVr5tsXExAT29vaoVKkS6tevj5kzZ+KHH37AihUrcPjw4QL3Y9GiRRg4cCCqVq2a5/SffvoJ7du3R79+/VC1alW0adMGY8eOxcyZM/P9Ac/uvr1p0yY0bNgQZcqUQe3atfHHH39I82RlZaF3796oUqUKjI2N4erqioULF2qsJ/vK7Zw5c1ChQgXY2Nhg4MCBGo+HSEpKQlBQEIyNjVGlSpVc3ZsA4PHjxwgNDYWtrS0sLCzQrFkzXLhwQZoeFhYGb29vrF69Gk5OTjAzM8OAAQOQlZWFWbNmwd7eHuXLl8e0adM01vt6F/c7d+6gc+fOsLa2hqmpKXx8fHJ1xXr9GGV3cY+IiIAgCPj9999Rp04dGBsbo1mzZkhKSsL+/fvh5uYGCwsLdOnSBc+ePZPWExAQgEGDBmHQoEGwtLREuXLlMH78eI3vzU8//QQfHx+Ym5vD3t4eXbp0QVJSkkZ7Ll++jLZt28LCwgLm5ub48MMPERsbi7CwMKxbtw6//vqr1FMjIiIiz30iIiIiehNZWVnYtGkTnj59igYNGuSa/vLlS/z444+wtLSEl5cXAMDLywtnz57Fo0ePEBUVhfT0dFSvXh3Hjx/HuXPnMGTIEKV3g4je0FsX6A8fPsSBAwcwcOBAmJqa5ppuZWUFADh48CCSk5MxcuTIXPMEBQXBxcUFv/zyCwCgd+/euH79Oo4dOybNk5aWhm3bthV49Tw/PXr0QNmyZYvc1T0/L168QJkyZTTeMzY2xp07d3Dr1q0Clx01ahRGjBiB8+fPo0GDBggKCkJycjKAV11sKlWqhK1bt+Kff/7BhAkT8M0332DLli0a6wgPD0dsbCzCw8Oxbt06rF27VuNERkhICG7fvo3w8HBs27YN33//fa7i87PPPpMK3aioKNStWxfNmzfHw4cPpXliY2Oxf/9+HDhwAL/88gtWrVqFNm3a4M6dO/jjjz8wc+ZMfPvtt/kW3GlpaWjSpAnu3r2L3bt348KFCxg9enSxuxCFhYVhyZIlOHHiBG7fvo3g4GAsWLAAGzduxG+//YaDBw9i8eLFGsusW7cO+vr6OH36NBYuXIh58+Zh5cqV0vSMjAxMmTIFFy5cwK5duxAXF4eQkBBp+t27d9G4cWMYGRnh6NGjiIqKQq9evZCZmYmRI0ciODgYLVu2REJCAhISEtCwYcNi7RMRERFRXi5dugQzMzMYGRmhX79+2LlzJ9zd3aXpe/fuhZmZGcqUKYP58+fj0KFDKFeuHAAgMDAQX3zxBXx9fRESEoJ169bB1NQU/fv3x/Lly7Fs2TK4urrC399f6jZPRLrprfsU37hxA6IoombNmgXOd+3aNQCAm5tbntNr1qwpzePu7o769etj9erVaNy4MYBX936LoohOnToVu40qlQouLi6Ii4sr9rI5BQYG4quvvkJISAiaNm2KGzduYO7cuQBe3YPt7Oyc77KDBg1Cx44dAbwaCOTAgQNYtWoVRo8eDQMDA0yaNEmat0qVKvjrr7+wZcsWBAcHS++XLVsWS5YsgZ6eHmrWrIk2bdrgyJEj+PLLL3Ht2jXs378fp0+fhq+vLwBg1apVGsf7+PHjOH36NJKSkqTu6HPmzMGuXbuwbds26TYAtVqN1atXw9zcHO7u7mjatCmuXr2Kffv2QaVSwdXVFTNnzkR4eDg++OCDXPu6ceNG3L9/H2fOnIG1tTUAoHr16sU+3lOnToW/vz+AVydtxo4di9jYWKmHw//+9z+Eh4djzJgx0jKOjo6YP38+BEGAq6srLl26hPnz5+PLL78E8OoWhmxVq1bFokWL4Ovri7S0NJiZmWHp0qWwtLTEpk2bYGBgAODVfV/ZjI2N8eLFC9jb2+fb7hcvXuDFixfS16mpqcXed6I38foJRCI5MGekhPcxZ66uroiOjkZKSgq2bduGHj164I8//pCK9KZNmyI6OhoPHjzAihUrEBwcjFOnTqF8+fIAXl3YCAsLk9Y3adIktGjRAgYGBpg6dSouXbqEvXv3onv37oiKitLGLuoUQRDg4ODAQeJI57z1FfTi3rtR1Pl79eqFbdu24cmTJwBedW//7LPPYG5uXuw2Zm83+wewVatWMDMzg5mZWYHd5V/35ZdfYtCgQWjbti0MDQ1Rv3596YSBSlXwoczZRUlfXx8+Pj6IiYmR3lu6dCnq1asHW1tbmJmZ4ccff0R8fLzGOmrVqgU9PT3p6woVKkhXyGNiYqCvr4969epJ02vWrCn1YACACxcuIC0tDTY2NtL+m5mZ4ebNm4iNjZXmc3Z21jjOdnZ2cHd319hHOzu7XFfns0VHR6NOnTpScf6mPD09NbZnYmKicftBXm2oX7++xi/aBg0a4Pr169IghFFRUQgKCoKTkxPMzc3RpEkTAJCOdXR0ND788EOpOH8T06dPh6WlpfRydHQEwFHcSV7Zt10wZyQn5oyU8L7mzNDQENWrV0e9evUwffp0eHl5adzyaGpqiurVq6N+/fpYtWoV9PX1sWrVqjzXdeXKFfz888+YMmUKIiIi0LhxY9ja2iI4OBjnzp2TPl+/zwRBgL6+/nuXM9J9b12g16hRA4Ig4MqVKwXOl30VMmdRmlNMTIzGlcrswnfLli24fv06IiMj36h7O/DqXp7r16+jSpUqAICVK1ciOjoa0dHR2LdvX5HXIwgCZs6cibS0NNy6dQv//fcf/Pz8ACDf+9aLYtOmTRg5ciR69+6NgwcPIjo6Gj179sTLly815nu9aBQEoVjdxtPS0lChQgVp37NfV69exahRowrcTnG2bWxsXOQ2FSTnNovbhrw8ffoUgYGBsLCwwIYNG3DmzBns3LkTAKRjXRJtHzt2LFJSUqTX7du3AXAgEpLX+zjqMSmPOSMlMGevqNVqjR55RZ0uiiL69u2LefPmwczMDFlZWdKYRdn/Zl+4eJ+p1WrEx8dzFHfSOW/dxd3a2hqBgYFYunQphgwZkus+9MePH8PKygoff/wxrK2tMXfu3Fz37e7evRvXr1/HlClTpPfMzc3x2WefYfXq1YiNjYWLiws+/PDDN2rjunXr8OjRI6mLecWKFd9oPdn09PSkdfzyyy9o0KABbG1tC1zm5MmTUnf9zMxMREVFYdCgQQCAyMhINGzYEAMGDJDmz3lFuyhq1qwprTe7i/vVq1fx+PFjaZ66deviv//+g76+foHd8d+Wp6cnVq5ciYcPH771VfTiev2++JMnT6JGjRrQ09PDlStXkJycjBkzZkhXtc+ePasxv6enJ9atW4eMjIw8r6IbGhoW+kfNyMjojUe0JyIiovfP2LFj0apVKzg5OeHJkyfYuHEjIiIi8Pvvv+Pp06eYNm0aPvnkE1SoUAEPHjzA0qVLcffuXXz22We51rVy5UrY2tpKzz339/dHWFgYTp48if3798Pd3V2jhyUR6ZYSGcV96dKlyMrKgp+fH7Zv347r168jJiYGixYtkrp2m5qa4ocffsCvv/6KPn364OLFi4iLi8OqVasQEhKC//3vfxr3WwOv7js+ceIEli9frnHvcEGePXuG//77D3fu3MHJkycxZswY9OvXD/3790fTpk0LXPbGjRuIjo7Gf//9h/T0dOkKc/bV1QcPHmD58uW4cuUKoqOjMXToUGzduhULFiwo0jHauXMnrly5goEDB+LRo0fSPtWoUQNnz57F77//jmvXrmH8+PE4c+ZMkfY3m6urK1q2bIm+ffvi1KlTiIqKQmhoqMYV4RYtWqBBgwZo3749Dh48iLi4OJw4cQLjxo3LVai+jc6dO8Pe3h7t27dHZGQk/v33X2zfvh1//fVXiW0jP/Hx8Rg+fDiuXr2KX375BYsXL8bQoUMBAE5OTjA0NMTixYvx77//Yvfu3RonhYBXYwWkpqaiU6dOOHv2LK5fv46ffvoJV69eBfCq+//Fixdx9epVPHjwQGMUfSIiIqI3kZSUhO7du8PV1RXNmzfHmTNn8Pvvv+Ojjz6SLjJkPykpe6DhP//8M9etmomJiZg2bRoWLVokvefn54cRI0agTZs22LJlC9asWaP07hFRMZTIg6erVq2Kc+fOYdq0aRgxYgQSEhJga2uLevXqYdmyZdJ82YN6TZs2DR9++CGeP3+OGjVqYNy4cRg2bFiue0AaNWoEV1dX3LhxA927dy9SW1asWIEVK1bA0NAQNjY2qFevHjZv3owOHToUumxoaKjG48/q1KkDALh586Z0xXndunUYOXIkRFFEgwYNEBERIXVzL8iMGTMwY8YMREdHo3r16ti9e7c08mbfvn1x/vx5fP755xAEAZ07d8aAAQOwf//+Iu1ztjVr1iA0NBRNmjSBnZ0dpk6divHjx0vTBUHAvn37MG7cOPTs2RP379+Hvb09GjduDDs7u2JtqyCGhoY4ePAgRowYgdatWyMzMxPu7u5YunRpiW0jP927d0d6ejr8/Pygp6eHoUOHSoPf2draYu3atfjmm2+waNEi1K1bF3PmzMEnn3wiLW9jY4OjR49i1KhRaNKkCfT09ODt7S0NVvfll18iIiICPj4+SEtLQ3h4OAICAmTfLyIiIiq98ruXHHg1YF5Rn0RkZ2eX56DIEyZMwIQJE960eUSkIEF832/wkVlcXByqVKmC8+fPw9vbW9vNKdUCAgLg7e1dpB4NSkpNTYWlpSUOHz6c56MIiUpKzsEwieTCnJES3tWc1a9fX9tNoGJQq9WFDvRMlJfsz/cpKSmwsLAo0XUzkUQK4bkwkpMoitKLSC7MGSmBOSMliKKIzMxM5ox0Dgt0IqJS4vnz59puAr0HmDNSAnNGchNFEffu3WOBTjqnRO5Bp/w5OzvzB18hERER2m4CERERERHRG+MVdCIiIiIiIiIdwAKdiKiUeBcHVKJ3D3NGSmDOSAnMGekidnEnUgj/CJCcBEGAsbGxtptBpRxzRkpgzkgJKpUKlStX1nYziHLhFXQihXAsApKTKIrIyspizkhWzBkpgTkjJYiiiPT0dOaMdA6voBMpxMfHB1ZWVtpuBpVSarUa8fHxcHJy4jNdSTbMGSmBOSMliKKIxMREODk5sZcj6RT+1iMiIiIiIiLSASzQiYiIiIiIiHQAC3QiolLCwMBA202g9wBzRkpgzkgJzBnpIkHkyAhEskpNTYWlpSVSUlJgYWGh7eYQEREREdFbkPPzPa+gEymE58JITqIo4smTJ8wZyYo5IyUwZ6QE5ox0FQt0IoXwDwDJSRRFJCcnM2ckK+aMlMCckRKYM9JVLNCJiIiIiIiIdAALdCIiIiIiIiIdwAKdiKiUMDY21nYT6D3AnJESmDNSAnNGukhf2w0gel+oVDwfRvJRqVSws7PTdjOolGPOSAnMGSmBOSNdxYqBSCEchITkJIoiHj9+zJyRrJgzUgJzRkpgzkhXsUAnUgj/AJCc+EGDlMCckRKYM1ICc0a6igU6ERERERERkQ5ggU5ERERERESkA1igExGVEmZmZtpuAr0HmDNSAnNGSmDOSBdxFHcihXAUd5KTSqVCuXLltN0MKuWYM1ICc0ZKYM5IV7FiIFKIWq3WdhOoFFOr1Xjw4AFzRrJizkgJzBkpgTkjXcUCnYiolEhLS9N2E+g9wJyREpgzUgJzRrqIXdyJFFJn8kGIhqbabgaVUnqCCD9bEafv/40sUdB2c0jHxc1oo+0mEBERUR54BZ2IiIiIiIhIB7BAJ1KIWtR2C6g0U4vA7acCc0ayEgQBVlZWEAT20iD5MGekBOaMdBW7uBMpRIQA/gkguYgQcOeptltBpV32B1oiOTFnpATmjHQVr6ATKUQFXtok+aggwt1KzZyRrNRqNRITEznqMcmKOSMlMGekq1igEymEPahIToIAWBoyZyS/9PR0bTeB3gPMGSmBOSNdxAKdiIiIiIiISAewQCciIqJCHTt2DJ988gk++OAD6OnpYdeuXRrTExMTERISAgcHB5iYmKBly5a4fv26xjzDhw+HtbU1HB0dsWHDBo1pW7duRVBQkNy7QUREpNNYoL+nIiIiIAgCHj9+/EbLr127tkQG1hAEQfqQFxcXB0EQEB0d/dbr1UUcXZvkpBaB2FSO4k7yefr0Kby8vDB//vxc00RRRPv27fHvv//i119/xfnz51G5cmW0aNECT5++Gr1wz5492LhxIw4ePIhZs2YhNDQUDx48AACkpKRg3LhxWLp0qaL7RLpJEATY2NhwdG2SFXNGuooFuhaEhISgffv22m4GKUzkGO4kIxECkp4LzBnJplWrVpg2bRq6dOmSa9r169dx8uRJLFu2DL6+vnB1dcWyZcuQnp6OX375BQAQExODgIAA+Pj4oHPnzrCwsMDNmzcBAKNHj0b//v3h5OSk6D6RbhIEAebm5iycSFbMGekqFuhEClEJvLRJ8lEJIryt1cwZyUqtVuPu3bu53n/x4gUAoEyZMtJ7KpUKRkZGOH78OADAy8sLZ8+exaNHjxAVFYX09HRUr14dx48fx7lz5zBkyBBldoJ0XnbOOLo2yYk5I13FAl0H/f3332jVqhXMzMxgZ2eHbt26Sd0AAeDJkyfo2rUrTE1NUaFCBcyfPx8BAQEYNmyYNM9PP/0EHx8fmJubw97eHl26dEFSUlKx2vH48WP07dsXdnZ2KFOmDGrXro29e/dqzPP777/Dzc0NZmZmaNmyJRISEqRpZ86cwUcffYRy5crB0tISTZo0wblz50r0WAQEBGDIkCEYPXo0rK2tYW9vj7CwMI11XLlyBY0aNUKZMmXg7u6Ow4cPa3StB4Dbt28jODgYVlZWsLa2Rrt27RAXFydNj4iIgJ+fH0xNTWFlZQV/f3/cunWrWPvC87MkJwGAsT5zRvLLyMjI9V7NmjXh5OSEsWPH4tGjR3j58iVmzpyJO3fuSH8XAgMD8cUXX8DX1xchISFYt24dTE1N0b9/fyxfvhzLli2Dq6sr/P39cfnyZaV3i3RMXjkjKmnMGekiFug65vHjx2jWrBnq1KmDs2fP4sCBA0hMTERwcLA0z/DhwxEZGYndu3fj0KFD+PPPP3MVvhkZGZgyZQouXLiAXbt2IS4uDiEhIUVuh1qtRqtWrRAZGYmff/4Z//zzD2bMmAE9PT1pnmfPnmHOnDn46aefcOzYMcTHx2PkyJHS9CdPnqBHjx44fvw4Tp48iRo1aqB169Z48uRJiR0LANKHvFOnTmHWrFmYPHkyDh06BADIyspC+/btYWJiglOnTuHHH3/EuHHjch2rwMBAmJub488//0RkZKR0wuHly5fIzMxE+/bt0aRJE1y8eBF//fUX+vTpk2+XqBcvXiA1NVXjRURUmhkYGGDHjh24du0arK2tYWJigvDwcLRq1Qoq1f991AgLC8ONGzdw6dIldOjQAdOnT0eLFi1gYGCAqVOn4vjx4wgNDUX37t21uDdERETao6/tBpCmJUuWoE6dOvjuu++k91avXg1HR0dcu3YNFSpUwLp167Bx40Y0b94cALBmzRo4ODhorKdXr17S/6tWrYpFixbB19cXaWlpMDMzK7Qdhw8fxunTpxETEwMXFxdpPTllZGRg+fLlqFatGgBg0KBBmDx5sjS9WbNmGvP/+OOPsLKywh9//IG2bdu+9bHIbpenpycmTpwIAKhRowaWLFmCI0eO4KOPPsKhQ4cQGxuLiIgI2NvbAwCmTZuGjz76SFrn5s2boVarsXLlSqnoXrNmDaysrBAREQEfHx+kpKSgbdu20r66ubnl2+7p06dj0qRJhe4fEVFpUq9ePURHRyMlJQUvX76Era0tPvjgA/j4+OQ5/5UrV/Dzzz/j/PnzWL16NRo3bgxbW1sEBwejV69eePLkCczNzRXeCyIiIu3iFXQdc+HCBYSHh8PMzEx61axZEwAQGxuLf//9FxkZGfDz85OWsbS0hKurq8Z6oqKiEBQUBCcnJ5ibm6NJkyYAgPj4+CK1Izo6GpUqVZKK4LyYmJhIBSsAVKhQQaMbfWJiIr788kvUqFEDlpaWsLCwQFpaWpHbUNixyObp6amxXM52XL16FY6OjlJxDkDj2GVv58aNGzA3N5e2Y21tjefPnyM2NhbW1tYICQlBYGAggoKCsHDhQo2u/K8bO3YsUlJSpNft27cBcBR3kpdaBP55zFHcSV6CIMDOzq7AeSwtLWFra4vr16/j7NmzaNeuXa55RFFE3759MW/ePJiZmSErK0vqapr9b1ZWVsnvAL0TsnPGwbtITswZ6SpeQdcxaWlpCAoKwsyZM3NNq1ChAm7cuFHoOp4+fYrAwEAEBgZiw4YNsLW1RXx8PAIDA/Hy5csitcPY2LjQeQwMDDS+FgQBovh/1UGPHj2QnJyMhQsXonLlyjAyMkKDBg2K3IbCjkVB7SjOgB9paWmoV69ermfyAoCtrS2AV1fUhwwZggMHDmDz5s349ttvcejQIdSvXz/XMkZGRjAyMsr1vgiB9weTbEQISCnajxbRG0lLS9P4G3Tz5k1ER0fD2toaTk5O2Lp1K2xtbeHk5IRLly5h6NChaN++PT7++ONc61q5ciVsbW2l5577+/sjLCwMJ0+exP79++Hu7l4ij/Kkd5MgCEX6HEL0Npgz0lUs0HVM3bp1sX37djg7O0NfP/e3p2rVqjAwMMCZM2ekx9GkpKTg2rVraNy4MYBX3QaTk5MxY8YMODo6AgDOnj1brHZ4enrizp07Gl3JiysyMhLff/89WrduDeDVQGw5B3grTGHHoihcXV1x+/ZtJCYmSld9zpw5k2s7mzdvRvny5WFhYZHvuurUqYM6depg7NixaNCgATZu3JhngZ4fPUEEL26SXPQEET7lRJx9ICBL5KkgKnlnz55F06ZNpa+HDx8O4NXJ2LVr1yIhIQHDhw9HYmIiKlSogO7du2P8+PG51pOYmIhp06bhxIkT0nt+fn4YMWIE2rRpg/Lly2PdunXy7xDpLLVajdu3b8PR0VFjDAOiksScka5iGrUkJSUF0dHRGq/bt29j4MCBePjwITp37owzZ84gNjYWv//+O3r27ImsrCyYm5ujR48eGDVqFMLDw3H58mX07t0bKpVK6qLj5OQEQ0NDLF68GP/++y92796NKVOmFKt9TZo0QePGjdGxY0ccOnQIN2/exP79+3HgwIEir6NGjRr46aefEBMTg1OnTqFr167FOlNZ2LEoio8++gjVqlVDjx49cPHiRURGRuLbb78FAOl4de3aFeXKlUO7du3w559/4ubNm4iIiMCQIUNw584d3Lx5E2PHjsVff/2FW7du4eDBg7h+/XqB96ETaYOKdTnJKCAgAFlZWbh58yaysrIgiiJEUcTatWsBAEOGDMHt27fx8uVL3Lp1C1OmTIGhoWGu9djZ2SEuLi7X2CkTJkxAcnIyYmJict2KRO+fnD3yiOTCnJEuYoGuJREREdIV2ezXpEmT4ODggMjISGRlZeHjjz+Gh4cHhg0bBisrK+ns3rx589CgQQO0bdsWLVq0gL+/P9zc3KTnz9ra2mLt2rXYunUr3N3dMWPGDMyZM6fYbdy+fTt8fX3RuXNnuLu7Y/To0cW6J3DVqlV49OgR6tati27dumHIkCEoX758kZcvyrEojJ6eHnbt2oW0tDT4+voiNDRUGsU9+3iZmJjg2LFjcHJywqeffgo3Nzf07t0bz58/h4WFBUxMTHDlyhV07NgRLi4u6NOnDwYOHIi+ffsWeV+IiIiIiIgKI4g8dfTOe/r0KSpWrIi5c+eid+/e2m6OzouMjESjRo1w48YNjUHu5JKamgpLS0s4f7UZoqGp7Nuj95OeIMLPVsTp++ziToWLm9HmjZZTq9WIj4+Hk5MTu4SSbJgzUgJzRm8j+/N9SkpKgbfIvgneg/4OOn/+PK5cuQI/Pz+kpKRIjzbLa6RcAnbu3AkzMzPUqFEDN27cwNChQ+Hv769IcZ5TlsguKySfLBGIThaQxVOuJCNBEODg4MBRj0lWzBkpgTkjXcUC/R01Z84cXL16FYaGhqhXrx7+/PNPlCtXTtvN0klPnjzBmDFjEB8fj3LlyqFFixaYO3euFlrCPwAkJwEv1SKYM5KTIAjQ19fnB1qSFXNGSmDOSFexizuRzNjFnZTALu5UHOziTrqMOSMlMGf0NuTs4s40EhEREREREekAFuhEREREREREOoAFOhEREREREZEOYIFOpBDeF0xyyhIF3n9OslOpVLxfk2THnJESmDPSVRzFnUghl8I+hqWlpbabQaWUKIrIyMiAgYEBR6Ql2YiiiMzMTOaMZMWckRKYM9JVPGVEpBA+MIHkJIoi7t27x5yRrJgzUgJzRkpgzkhXsUAnIiIiIiIi0gEs0ImIiIiIiIh0AAt0IqJSgvfQkRKYM1ICc0ZKYM5IFwkib7wgklVqaiosLS2RkpICCwsLbTeHiIiIiIjegpyf73kFnUghPBdGchJFEenp6cwZyYo5IyUwZ6QE5ox0FQt0IoXwDwDJSRRFJCYmMmckK+aMlMCckRKYM9JVLNCJiIiIiIiIdAALdCIiIiIiIiIdwAKdiKiUMDAw0HYT6D3AnJESmDNSAnNGuoijuBPJjKO4ExERERGVHhzFnagU4LkwkpMoinjy5AlzRrJizkgJzBkpgTkjXcUCnUgh/ANAchJFEcnJycwZyYo5IyUwZ6QE5ox0FQt0IiIiIiIiIh3AAp2IiIiIiIhIB7BAJyIqJYyNjbXdBHoPMGekBOaMlMCckS7S13YDiN4XKhXPh5F8VCoV7OzstN0MKuWYM1ICc0ZKYM5IV7FAJ1LI6dOnYWZmpu1mUCkliiIyMzOhr68PQRC03Zz3Qv369bXdBMWJooiUlBRYWloyZyQb5oyUwJyRruIlPSKiUiIjI0PbTaBSThRFPH78mKMek6yYM1ICc0a6igU6ERERERERkQ5ggU5ERERERESkA1igExGVEvr6HFaE5MexNEgJzBkpgTkjXcRPc0QK4QAkJCdBEGBoaKjtZlApp1KpUK5cOW03g0o55oyUwJyRruIVdCKFcBASkpMoinj58iVzRrJSq9V48OAB1Gq1tptCpRhzRkpgzkhXsUAnIiolMjMztd0EKoJjx44hKCgIDg4OEAQBu3btyjVPTEwMPvnkE1haWsLU1BS+vr6Ij4+Xpg8fPhzW1tZwdHTEhg0bNJbdunUrgoKCZGt/WlqabOsmysackRKYM9JFLNALEBAQgGHDhpXoOkVRRJ8+fWBtbQ1BEBAdHZ1rnrVr18LKyqpEt/u6kJAQtG/fXtZtvCucnZ2xYMGCIs8fFhYGb29v2dpDRKXb06dP4eXlhaVLl+Y5PTY2Fo0aNULNmjURERGBixcvYvz48ShTpgwAYM+ePdi4cSMOHjyIWbNmITQ0FA8ePAAApKSkYNy4cfmum4iIiHTbO30PekhICB4/fpzn1QdddeDAAaxduxYRERGoWrWq1u59WbhwIbvCEhFpQatWrdCqVat8p48bNw6tW7fGrFmzpPeqVasm/T8mJgYBAQHw8fGBj48Phg0bhps3b6JcuXIYPXo0+vfvDycnJ1n3gYiIiOTBK+gKi42NRYUKFdCwYUPY29trbdRlS0tL2a/SE5GyDAwMtN0EektqtRq//fYbXFxcEBgYiPLly+ODDz7QOBHt5eWFs2fP4tGjR4iKikJ6ejqqV6+O48eP49y5cxgyZIhs7RMEAVZWVhz0kmTFnJESmDPSVaW6QJ83bx48PDxgamoKR0dHDBgwINe9JpGRkQgICICJiQnKli2LwMBAPHr0KM/1/fbbb7C0tMx1v19Of/zxB/z8/GBkZIQKFSrg66+/lu4LDQkJweDBgxEfHw9BEODs7Fxg+3ft2oUaNWqgTJkyCAwMxO3bt6VpeXVRHzZsGAICAqSvt23bBg8PDxgbG8PGxgYtWrTA06dP81w+ICAAQ4YMwejRo2FtbQ17e3uEhYVprP/x48cIDQ2Fra0tLCws0KxZM1y4cEGafuHCBTRt2hTm5uawsLBAvXr1cPbsWQDArVu3EBQUhLJly8LU1BS1atXCvn378t13Z2dnTJ06Fd27d4eZmRkqV66M3bt34/79+2jXrh3MzMzg6ekprT/b9u3bUatWLRgZGcHZ2Rlz587VmJ6UlISgoCAYGxujSpUqeX4vC9vPN8U/ACQnQRBgYGDAnL3jkpKSkJaWhhkzZqBly5Y4ePAgOnTogE8//RR//PEHACAwMBBffPEFfH19ERISgnXr1sHU1BT9+/fH8uXLsWzZMri6usLf3x+XL18u0fbxAy0pgTkjJTBnpKtKdYGuUqmwaNEiXL58GevWrcPRo0cxevRoaXp0dDSaN28Od3d3/PXXXzh+/DiCgoKQlZWVa10bN25E586dsWHDBnTt2jXP7d29exetW7eGr68vLly4gGXLlmHVqlWYOnUqgFfdyidPnoxKlSohISEBZ86cybftz549w7Rp07B+/XpERkbi8ePH6NSpU5H3PSEhAZ07d0avXr0QExODiIgIfPrppwV2a8/+kHfq1CnMmjULkydPxqFDh6Tpn332GZKSkrB//35ERUWhbt26aN68OR4+fAgA6Nq1KypVqoQzZ84gKioKX3/9tXRFb+DAgXjx4gWOHTuGS5cuYebMmYU+e3L+/Pnw9/fH+fPn0aZNG3Tr1g3du3fHF198gXPnzqFatWro3r27tE9RUVEIDg5Gp06dcOnSJYSFhWH8+PFYu3attM6QkBDcvn0b4eHh2LZtG77//nskJSVpbLew/SzMixcvkJqaqvECOIo7yUsURbx48YI5e8dljybcrl07fPXVV/D29sbXX3+Ntm3bYvny5dJ8YWFhuHHjBi5duoQOHTpg+vTpaNGiBQwMDDB16lQcP34coaGh6N69e4m3LzExkaMek6yYM1ICc0a66p2+B70wOQd4y74i269fP3z//fcAgFmzZsHHx0f6GgBq1aqVaz1Lly7FuHHjsGfPHjRp0iTf7X3//fdwdHTEkiVLIAgCatasiXv37mHMmDGYMGECLC0tYW5uDj09Pdjb2xfY9oyMDCxZsgQffPABgFfFs5ubG06fPg0/P79C9z0hIQGZmZn49NNPUblyZQCAh4dHgct4enpi4sSJAIAaNWpgyZIlOHLkCD766CMcP34cp0+fRlJSEoyMjAAAc+bMwa5du7Bt2zb06dMH8fHxGDVqFGrWrCmtI1t8fDw6duwotaFq1aqF7kPr1q3Rt29fAMCECROwbNky+Pr64rPPPgMAjBkzBg0aNEBiYiLs7e0xb948NG/eHOPHjwcAuLi44J9//sHs2bMREhKCa9euYf/+/Th9+jR8fX0BAKtWrYKbm5u0zaLsZ2GmT5+OSZMmFTofUUnL6+QivVvKlSsHfX19uLu7a7zv5uaG48eP57nMlStX8PPPP+P8+fNYvXo1GjduDFtbWwQHB6NXr1548uQJzM3NS6yN6enpJbYuovwwZ6QE5ox0Uam+gn748GE0b94cFStWhLm5Obp164bk5GQ8e/YMwP9dQS/Itm3b8NVXX+HQoUMFFufAq4F7GjRooNFVxt/fH2lpabhz506x2q6vry8VkQBQs2ZNWFlZISYmpkjLe3l5oXnz5vDw8MBnn32GFStW5Nt1P5unp6fG1xUqVJCuLl+4cAFpaWmwsbGBmZmZ9Lp58yZiY2MBvHrsT2hoKFq0aIEZM2ZI7wPAkCFDMHXqVPj7+2PixIm4ePFiofuQsz12dnYANE8yZL+X3caYmBj4+/trrMPf3x/Xr19HVlYWYmJioK+vj3r16knTs49rtqLsZ2HGjh2LlJQU6ZXz1gQiooIYGhrC19cXV69e1Xj/2rVr0snWnERRRN++fTFv3jyYmZkhKysLGRkZACD9yxM3RERE745SW6DHxcWhbdu28PT0xPbt2xEVFSU9dubly5cAAGNj40LXU6dOHdja2mL16tU61XVUpVLlak/2hzEA0NPTw6FDh7B//364u7tj8eLFcHV1xc2bN/Nd5+sDTAmCIHX7SUtLQ4UKFRAdHa3xunr1KkaNGgXgVZfLy5cvo02bNjh69Cjc3d2xc+dOAEBoaCj+/fdfdOvWDZcuXYKPjw8WL15c4D7mbE/2SY+83ivJrklF2c/CGBkZwcLCQuNFRJQtLS1N+t0CADdv3kR0dLT0nPNRo0Zh8+bNWLFiBW7cuIElS5Zgz549GDBgQK51rVy5Era2ttJzz/39/XH06FGcPHkS8+fPh7u7OwcEJSIieoeU2gI9KioKarUac+fORf369eHi4oJ79+5pzOPp6YkjR44UuJ5q1aohPDwcv/76KwYPHlzgvG5ubvjrr780CufIyEiYm5ujUqVKxWp/ZmamxgBoV69exePHj6Xu2La2tkhISNBY5vVnqguCAH9/f0yaNAnnz5+HoaGhVDAXV926dfHff/9BX18f1atX13jlfFSci4sLvvrqKxw8eBCffvop1qxZI01zdHREv379sGPHDowYMQIrVqx4o7bkx83NDZGRkRrvRUZGwsXFBXp6eqhZsyYyMzMRFRUlTc8+rsXdTyJdZGhoqO0mUBGcPXsWderUQZ06dQC86n1Up04dTJgwAQDQoUMHLF++HLNmzYKHhwdWrlyJ7du3o1GjRhrrSUxMxLRp07Bo0SLpPT8/P4wYMQJt2rTBli1bNH4HlwRBEGBjY8NBlUhWzBkpgTkjXfXO34OekpKSqzC1sbFB9erVkZGRgcWLFyMoKAiRkZEaA+wAr7oie3h4YMCAAejXrx8MDQ0RHh6Ozz77LFfRGR4ejoCAAOjr62PBggV5tmXAgAFYsGABBg8ejEGDBuHq1auYOHEihg8fDpWqeOdCDAwMMHjwYCxatAj6+voYNGgQ6tevL91/3qxZM8yePRvr169HgwYN8PPPP+Pvv/+WPvCdOnUKR44cwccff4zy5cvj1KlTuH//vsb91sXRokULNGjQAO3bt8esWbOkEx6//fYbOnTogFq1amHUqFH43//+hypVquDOnTs4c+YMOnbsCODVeACtWrWCi4sLHj16hPDw8DduS35GjBgBX19fTJkyBZ9//jn++usvLFmyRBpjwNXVFS1btkTfvn2xbNky6OvrY9iwYRo9KQrbTx8fnzduH/8AkJwEQdDaYxupeAICAgrtkdWrVy/06tWrwHns7OwQFxeX6/0JEyZIxX5JEwShRO9nJ8oLc0ZKYM5IV73zV9AjIiKkKxHZr0mTJsHLywvz5s3DzJkzUbt2bWzYsAHTp0/XWNbFxQUHDx7EhQsX4OfnhwYNGuDXX3/N80Ouq6srjh49il9++QUjRozIsy0VK1bEvn37cPr0aXh5eaFfv37o3bs3vv3222Lvl4mJCcaMGYMuXbrA398fZmZm2Lx5szQ9MDAQ48ePx+jRo+Hr64snT55ojNZrYWGBY8eOoXXr1nBxccG3336LuXPnolWrVsVuC/Dql9i+ffvQuHFj9OzZEy4uLujUqRNu3boFOzs76OnpITk5Gd27d4eLiwuCg4PRqlUrabC0rKwsDBw4EG5ubmjZsiVcXFw0BucrCXXr1sWWLVuwadMm1K5dGxMmTMDkyZMREhIizbNmzRo4ODigSZMm+PTTT9GnTx+UL1++yPv5NnTpFgkqfURRxPPnz5kzkpVarcbdu3c56jHJijkjJTBnpKsEkZ/miGSVmpoKS0tLHDp0qNBHyxG9KVEUkZ6eDmNjY/bWUEj9+vW13QTFqdVqxMfHw8nJqdg9w4iKijkjJTBn9DayP9+npKSU+HhTTCMRERERERGRDmCBTkRERERERKQDWKATEZUSRkZG2m4ClXKCIMDOzo63UZCsmDNSAnNGuopD/hIphH8ASE6CIEBPT0/bzaBSThAEjSdfEMmBOSMlMGekq3gFnUghHI+R5JQ9SBxzRnJSq9W4desWRz0mWTFnpATmjHQVC3QiolKCxTkpgTkjJTBnpATmjHQRC3QiIiIiIiIiHcB70IkU4uPjAysrK203g0opPs+ViIiI6N3HT3FECuEgcSQnQRDg4ODAnJGsmDNSAnNGSmDOSFexQCdSCP8AkJwEQYC+vj5zRrJizkgJzBkpgTkjXcUCnUghHCWU5JTdxZ05IzkxZ6QE5oyUwJyRrmKBTkRERERERKQDWKATERERERER6QAW6EREREREREQ6QBBFUdR2I4hKs9TUVFhaWiIlJQUWFhbabg6VYmq1mo9YI9kxZ6QE5oyUwJzRm5Lz8z0TSaQQngsjOYmiiMzMTOaMZMWckRKYM1ICc0a6igU6kUL4B4DkJIoi7t27x5yRrJgzUgJzRkpgzkhXsUAnIiIiIiIi0gEs0ImIiIiIiIh0AAt0IqJSQhAEbTeB3gPMGSmBOSMlMGekiziKO5HMOIo7EREREVHpwVHciUoBngsjOYmiiPT0dOaMZMWckRKYM1ICc0a6igU6kUL4B4DkJIoiEhMTmTOSFXNGSmDOSAnMGekqFuhEREREREREOoAFOhEREREREZEO0Nd2A4jeF96TDwKGptpuBpVSKkGEZ1kRFx/9DbX4/oxKGzejjbab8N4xMDDQdhPoPcCckRKYM9JFLNCJFKIWBXZZIdmoRQHRD9+fwpy0Q6VSoWLFitpuBpVyzBkpgTkjXcV6gUghAjgICclHgIjyZUTmjGQliiKePHnCQZVIVswZKYE5I13FAp1IISpe3CQZqQSgmoXInJGsRFFEcnIyP9CSrJgzUgJzRrqKBToRERERERGRDmCBTkRERERERKQDWKATKYQ9qEhOogikvGTOSH7GxsbabgK9B5gzUgJzRrqIo7gTKUQNjuJO8lFDwD+PeQM6yUulUsHOzk7bzaBSjjkjJTBnpKtYL5QCcXFxEAQB0dHR2m6KTgkICMCwYcO03QwJR9cmOQkQUcmUo7gX1bFjxxAUFAQHBwcIgoBdu3blO2+/fv0gCAIWLFig8f7w4cNhbW0NR0dHbNiwQWPa1q1bERQUJEPLtUsURTx+/JiDKpGsmDNSAnNGuuq9KdBDQkIgCEKuV8uWLbXdtLfm6OiIhIQE1K5dW9tNkYWzs3OuD8ZFsWPHDkyZMqXI88t9ooOja5OcVALgaMpR3Ivq6dOn8PLywtKlSwucb+fOnTh58iQcHBw03t+zZw82btyIgwcPYtasWQgNDcWDBw8AACkpKRg3blyh634X8QMtKYE5IyUwZ6Sr3qsu7i1btsSaNWs03jMyMtJSa0qOnp4e7O3ttd2MEvfy5UsYGhq+8fLW1tYl2BoiKk1atWqFVq1aFTjP3bt3MXjwYPz+++9o06aNxrSYmBgEBATAx8cHPj4+GDZsGG7evIly5cph9OjR6N+/P5ycnOTcBSIiIiqF3psr6MCrYtze3l7jVbZsWWn648eP0bdvX9jZ2aFMmTKoXbs29u7dK03fvn07atWqBSMjIzg7O2Pu3Lka63d2dsZ3332HXr16wdzcHE5OTvjxxx815rl06RKaNWsGY2Nj2NjYoE+fPkhLS5Omh4SEoH379vjuu+9gZ2cHKysrTJ48GZmZmRg1ahSsra1RqVIljRMNeV35vXz5Mtq2bQsLCwuYm5vjww8/RGxsbJ7HZe3atbCystJ4b9euXRCE/7sUFxYWBm9vb/z0009wdnaGpaUlOnXqhCdPnkjzqNVqzJo1C9WrV4eRkRGcnJwwbdo0afrt27cRHBwMKysrWFtbo127doiLi8u179OmTYODgwNcXV0REBCAW7du4auvvpJ6PQBAcnIyOnfujIoVK8LExAQeHh745ZdfNPbh9S7uhX1/qlSpAgCoU6cOBEFAQEAAjh07BgMDA/z3338a6x42bBg+/PDDPI8nEb371Go1unXrhlGjRqFWrVq5pnt5eeHs2bN49OgRoqKikJ6ejurVq+P48eM4d+4chgwZooVWExER0bvuvSrQC6JWq9GqVStERkbi559/xj///IMZM2ZAT08PABAVFYXg4GB06tQJly5dQlhYGMaPH4+1a9dqrGfu3Lnw8fHB+fPnMWDAAPTv3x9Xr14F8KpLZWBgIMqWLYszZ85g69atOHz4MAYNGqSxjqNHj+LevXs4duwY5s2bh4kTJ6Jt27YoW7YsTp06hX79+qFv3764c+dOnvty9+5dNG7cGEZGRjh69CiioqLQq1cvZGZmvtUxio2Nxa5du7B3717s3bsXf/zxB2bMmCFNHzt2LGbMmIHx48fjn3/+wcaNG6XBNzIyMhAYGAhzc3P8+eefiIyMhJmZGVq2bImXL19K6zhy5AiuXr2KQ4cOYe/evdixYwcqVaqEyZMnIyEhAQkJCQCA58+fo169evjtt9/w999/o0+fPujWrRtOnz5d4D4U9P3JXvbw4cNISEjAjh070LhxY1StWhU//fSTtI6MjAxs2LABvXr1KtbxYw8qkpMoAknpAnNWQmbOnAl9ff18C+3AwEB88cUX8PX1RUhICNatWwdTU1P0798fy5cvx7Jly+Dq6gp/f39cvnxZ4dbLy8zMTNtNoPcAc0ZKYM5IF71XXdz37t2b6wfxm2++wTfffIPDhw/j9OnTiImJgYuLCwCgatWq0nzz5s1D8+bNMX78eACAi4sL/vnnH8yePRshISHSfK1bt8aAAQMAAGPGjMH8+fMRHh4OV1dXbNy4Ec+fP8f69ethamoKAFiyZAmCgoIwc+ZMqZi1trbGokWLoFKp4OrqilmzZuHZs2f45ptvAPxfIXz8+HF06tQp134uXboUlpaW2LRpEwwMDKT2vi21Wo21a9fC3NwcANCtWzccOXIE06ZNw5MnT7Bw4UIsWbIEPXr0AABUq1YNjRo1AgBs3rwZarUaK1eulK6Cr1mzBlZWVoiIiMDHH38MADA1NcXKlSs1urbr6enB3Nxcoxt/xYoVMXLkSOnr7G6oW7ZsgZ+fX777UND3x9bWFgBgY2Ojsa3evXtjzZo1GDVqFIBX954+f/4cwcHBeW7jxYsXePHihfR1amrqq+PHUdxJRmoIiH1S+HxUuKioKCxcuBDnzp3T6En0urCwMISFhUlfT5o0CS1atICBgQGmTp2KS5cuYe/evejevTuioqIUaLn8VCoVypUrp+1mUCnHnJESmDPSVe9VvdC0aVNER0drvPr16wcAiI6ORqVKlfItZGNiYuDv76/xnr+/P65fv46srCzpPU9PT+n/giDA3t4eSUlJ0jq8vLyk4jx7HWq1WrqKCwC1atWCSvV/3xo7Ozt4eHhIX+vp6cHGxkZa7+uio6Px4YcfSsV5SXF2dpaKcwCoUKGCxr69ePECzZs3z3PZCxcu4MaNGzA3N4eZmRnMzMxgbW2N58+fa3S99/DwKNJ951lZWZgyZQo8PDxgbW0NMzMz/P7774iPjy9wuYK+P/kJCQnBjRs3cPLkSQCvbgkIDg7W+D7mNH36dFhaWkovR0dHAICKo2uTjFQQUc1cZM5KwJ9//omkpCQ4OTlBX18f+vr6uHXrFkaMGAFnZ+c8l7ly5Qp+/vlnTJkyBREREWjcuDFsbW0RHByMc+fOadwO9C5Tq9V48OAB1Gq1tptCpRhzRkpgzkhXvVdX0E1NTVG9evU8pxkbG5fINl4vigVBKPYPfl7rKM56i7svKpUq1wiWGRkZRWpXdhsK22ZaWhrq1auX61FEAKQr1wDyLXpfN3v2bCxcuBALFiyAh4cHTE1NMWzYMI3u8nl5k+9P+fLlERQUhDVr1qBKlSrYv38/IiIi8p1/7NixGD58uPR1amoqHB0dIQhg6USyEQSgvLGIuDQG7W1169YNLVq00HgvMDAQ3bp1Q8+ePXPNL4oi+vbti3nz5sHMzAxZWVnS79Dsf3OeyH3XpaWlcRBOkh1zRkpgzkgXvVcFekE8PT1x584dXLt2Lc+r6G5uboiMjNR4LzIyEi4uLtJ96oVxc3PD2rVr8fTpU6kQjYyMlLqylxRPT0+sW7cOGRkZRbqKbmtriydPnmi0q7iPGqtRowaMjY1x5MgRhIaG5ppet25dbN68GeXLl4eFhUWx1m1oaJjrw21kZCTatWuHL774AsCrs6DXrl2Du7t7sdb9+naAvD9Ih4aGonPnzqhUqRKqVauWqzdFTkZGRqXi6QBEpVlaWhpu3LghfX3z5k1ER0fD2toaTk5OsLGx0ZjfwMAA9vb2ef6uXrlyJWxtbaXnnvv7+yMsLAwnT57E/v374e7unmsgTiIiIqK8vFdd3F+8eIH//vtP45X93NomTZqgcePG6NixIw4dOoSbN29i//79OHDgAABgxIgROHLkCKZMmYJr165h3bp1WLJkicZ90IXp2rUrypQpgx49euDvv/9GeHg4Bg8ejG7dukn3n5eEQYMGITU1FZ06dcLZs2dx/fp1/PTTTxrd6HP64IMPYGJigm+++QaxsbHYuHFjrsHvClOmTBmMGTMGo0ePxvr16xEbG4uTJ09i1apVAF7te7ly5dCuXTv8+eefuHnzJiIiIjBkyJB8B7vL5uzsjGPHjuHu3bvS96tGjRo4dOgQTpw4gZiYGPTt2xeJiYnFavPrypcvD2NjYxw4cACJiYlISUmRpgUGBsLCwgJTp07N8woaEb1bzp49izp16qBOnToAgOHDh6NOnTqYMGFCsdaTmJiIadOmYdGiRdJ7fn5+GDFiBNq0aYMtW7bkerwnERERUX7eqwL9wIEDqFChgsYrexAz4NVj1Hx9fdG5c2e4u7tj9OjR0tXUunXrYsuWLdi0aRNq166NCRMmYPLkyRoDxBXGxMQEv//+Ox4+fAhfX1/873//Q/PmzbFkyZIS3U8bGxscPXoUaWlpaNKkCerVq4cVK1bkezXd2toaP//8M/bt2yc9riznwEdFNX78eIwYMQITJkyAm5sbPv/8c+n+bhMTExw7dgxOTk749NNP4ebmht69e+P58+eFXlGfPHky4uLiUK1aNak7/Lfffou6desiMDAQAQEBsLe3R/v27Yvd5pz09fWxaNEi/PDDD3BwcEC7du2kaSqVCiEhIcjKykL37t3faP1qdjsmGalF4PZTgTkrooCAAIiimOuV38nJuLg4jcc2ZrOzs0NcXBwcHBw03p8wYQKSk5MRExNT4MCV7xpBEGBlZVXg4HlEb4s5IyUwZ6SrBPH1m4+JKE+9e/fG/fv3sXv37mItl5qa+mqwuGFboDIykal1RO+nuBlttN0EIiIies9kf75PSUkp9u27hXmvrqATvYmUlBQcP34cGzduxODBg994PRxdm+Skggh3KzVzRrJSq9VITEzkqMckK+aMlMCcka7iIHFEhWjXrh1Onz6Nfv364aOPPnrj9XAUd5KTIACWhq/+ZdBITunp6dpuAr0HmDNSAnNGuogFOlEhCnqkGhERERERUUlhF3ciIiIiIiIiHcACnUghHF2b5KQWgdhUjuJO8hIEATY2Nhz1mGTFnJESmDPSVeziTqQQEQL4J4DkIkJA0nNtt4JKO0EQYG5uru1mUCnHnJESmDPSVbyCTqQQlcBLmyQflSDC21rNnJGs1Go17t69y1GPSVbMGSmBOSNdxSvoRAqJnvAxrKystN0MKqXUajXi4+Ph5OQElYrnXkk+GRkZ2m4CvQeYM1ICc0a6iJ/iiIiIiIiIiHQAC3QiIiIiIiIiHcACnUghHCWU5CQIAuzs7JgzkhVzRkpgzkgJzBnpKt6DTqQQ/gEgOQmCAGNjY203g0o55oyUwJyREpgz0lW8gk6kEI4SSnJSq9W4desWc0ayYs5ICcwZKYE5I13FAp2IqJQQRT5ijeTHnJESmDNSAnNGuogFOhEREREREZEOYIFOREREREREpANYoBMphIPEkZwEQYCDgwNzRrJizkgJzBkpgTkjXcUCnUgh/ANAchIEAfr6+swZyYo5IyUwZ6QE5ox0FQt0IoVwlFCSk1qtRnx8PHNGsmLOSAnMGSmBOSNdxQKdiIiIiIiISAewQCciIiIiIiLSASzQiYiIiIiIiHSAIIqiqO1GEJVmqampsLS0REpKCiwsLLTdHCrF1Go1VCqedyV5MWekBOaMlMCc0ZuS8/M9E0mkEJ4LIzmJoojMzEzmjGTFnJESmDNSAnNGuooFOpFC+AeA5CSKIu7du8eckayYM1ICc0ZKYM5IV+lruwFE74s6kw9CNDTVdjOolNITRPjZijh9/29kico/0zVuRhvFt0lERERU2vAKOhEREREREZEOYIFORFRKqNlLjxQgCMr30KD3D3NGSmDOSBexizuRQrJEgWfESDZZooBT9/lBg+SlUqlQuXJlbTeDSjnmjJTAnJGuYr1ApBABvLxJ8hEgwtJQZM5IVqIoIj09nYMqkayYM1ICc0a6igU6kUJUvLhJMlIJgLuVyJyRrERRRGJiIj/QkqyYM1ICc0a6igU6ERERERERkQ5ggU5ERERERESkA1igEymEHahITiKA9Mx3L2fHjh1DUFAQHBwcIAgCdu3aJU3LyMjAmDFj4OHhAVNTUzg4OKB79+64d++exjqGDx8Oa2trODo6YsOGDRrTtm7diqCgICV25b1hYGCg7SbQe4A5IyUwZ6SLWKCTTnJ2dsaCBQtKdJ0REREQBAGPHz8u0fUWlVrkzcEkH7UoIPqh6p3L2dOnT+Hl5YWlS5fmmvbs2TOcO3cO48ePx7lz57Bjxw5cvXoVn3zyiTTPnj17sHHjRhw8eBCzZs1CaGgoHjx4AABISUnBuHHj8lw3vRmVSoWKFStCpeLHB5IPc0ZKYM5IVzGROiwkJASCIEAQBBgaGqJ69eqYPHkyMjMztd00nRcQEIBhw4ZpvNewYUMkJCTA0tJSK23i6NokJwEiypd590Zxb9WqFaZOnYoOHTrkmmZpaYlDhw4hODgYrq6uqF+/PpYsWYKoqCjEx8cDAGJiYhAQEAAfHx907twZFhYWuHnzJgBg9OjR6N+/P5ycnBTdp9JMFEU8efKEgyqRrJgzUgJzRrqKBbqOa9myJRISEnD9+nWMGDECYWFhmD17tmzbe/nypWzr1vb2DQ0NYW9vD0HQzhVGjq5NclIJQDWL0j+Ke0pKCgRBgJWVFQDAy8sLZ8+exaNHjxAVFYX09HRUr14dx48fx7lz5zBkyBDtNriUEUURycnJ/EBLsmLOSAnMGekqFug6zsjICPb29qhcuTL69++PFi1aYPfu3QCAR48eoXv37ihbtixMTEzQqlUrXL9+XWP57du3o1atWjAyMoKzszPmzp2rMd3Z2RlTpkxB9+7dYWFhgT59+uTZjoCAAAwePBjDhg1D2bJlYWdnhxUrVuDp06fo2bMnzM3NUb16dezfv19aJisrC71790aVKlVgbGwMV1dXLFy4UGO9ISEhaN++PaZNmwYHBwe4urrmuf2VK1fCysoKR44cAQD8/fffaNWqFcz+X3v3HV/T/f8B/HVuttwM2YksQiIkiKCCEnsXRYyUxOjXVqtWCaHEbq2iRoKarVHUHimNUStqh1QEsSuRECS55/eHR87PlSEh99wrXs/H4z4qZ37Ova8m933O53yOUgl7e3t069ZN6tYaGhqKP//8E3PnzpV6ICQkJOTo4h4VFQVLS0vs2bMH3t7eUCqV0gmRbJmZmRg8eDAsLS1hbW2NUaNGISQkBG3btn3HJ0dERe3FixcYNWqUdKUcAJo2bYqvvvoK1atXR2hoKFauXAlTU1P069cPixcvxqJFi+Dl5YXatWvj4sWLWj4CIiIiovyxQP/ImJiYSFeZQ0NDcerUKWzbtg3Hjh2DKIpo0aIFMjIyAACnT59GUFAQOnfujPPnz2PixIkYP348oqKi1LY5a9YsVK5cGWfPnsX48ePz3PfKlSthY2ODv//+G4MGDUK/fv3QsWNH1KpVC2fOnEGTJk3QrVs3PH/+HACgUqng7OyMX3/9FZcuXUJYWBjGjh2LjRs3qm33wIEDuHr1Kvbt24cdO3bk2O+MGTMwevRo7N27Fw0bNkRycjIaNGgAPz8/nDp1Crt378b9+/cRFBQEAJg7dy4CAgLw9ddf4+7du7h79y5cXFxyPabnz59j1qxZWL16NQ4fPozExESMGDFCmj99+nSsWbMGkZGRiImJwdOnT9UGscrNy5cv8fTpU7UXEX2YjIwMBAUFQRRFLFq0SG3exIkTcf36dZw/fx7t2rVDREQEGjVqBAMDA3z//ff466+/0Lt3b3Tv3l1LrSciIiIqGH1tN4AKRhRFHDhwAHv27MGgQYNw7do1bNu2DTExMahVqxYAYM2aNXBxccHWrVvRsWNHzJkzBw0bNpSKbk9PT1y6dAkzZ85EaGiotO0GDRpg+PDh72xD5cqVMW7cOADAmDFjMG3aNNjY2ODrr78GAISFhWHRokX4559/ULNmTRgYGCA8PFxav3Tp0jh27Bg2btwoFdMAYGpqimXLlsHQ0DDHPkeNGoXVq1fjzz//RMWKFQEACxYsgJ+fH6ZOnSott2LFCri4uCAuLg6enp4wNDREiRIl4ODgkO8xZWRkYPHixfDw8AAADBw4EJMmTZLmz58/H2PGjJHuj12wYAF27tyZ7zYjIiLUjjsbe1CRJokikPKqeOYsuzi/efMmDh48KF09z82VK1fwyy+/4OzZs1ixYgXq1q0LW1tbBAUFoWfPnkhNTYWZmZmMrS9+TExMtN0E+gQwZyQH5ox0EQt0Hbdjxw4olUpkZGRApVKha9eumDhxIg4cOAB9fX189tln0rLW1tbw8vLC5cuXAbwePKlNmzZq26tduzZ+/PFHZGVlQU9PDwBQrVq1ArWlUqVK0r/19PRgbW0NX19faZq9vT0A4MGDB9K0hQsXYsWKFUhMTER6ejpevXqFKlWqqG3X19c31+J89uzZePbsGU6dOoUyZcpI08+dO4dDhw5BqVTmWCc+Ph6enp4FOh4AKFGihFScA4Cjo6PU/pSUFNy/fx81atRQO25/f3+oVKo8tzlmzBgMGzZM+vnp06dwcXGBCgK7rJDGqCDgUnLxuwE9uzi/du0aDh06BGtr6zyXFUURffr0wZw5c6BUKpGVlSX1KMr+b1ZWliztLq4UCoX0u55IU5gzkgNzRrqKBbqOq1+/PhYtWgRDQ0M4OTlBX7/oPzJTU9MCLff2syIFQVCblj34Wnbxun79eowYMQKzZ89GQEAAzMzMMHPmTJw4caJA+//888/xxx9/YOPGjRg9erQ0PS0tDa1bt8b06dNzrOPo6FigY8nvmD50sBAjIyMYGRnlmP6xja5NHxcBIkqZAneeASI+nkI9LS0N169fl36+ceMGYmNjYWVlBUdHR3To0AFnzpzBjh07kJWVhXv37gEArKyscpzYW7ZsGWxtbaXnnteuXRsTJ07E8ePHsWvXLlSoUEEaXI7ejyiKSElJgYWFhdYG3KTijzkjOTBnpKtYoOs4U1NTlC1bNsd0b29vZGZm4sSJE1IX98ePH+Pq1auoUKGCtExMTIzaejExMfD09JSunmtSdvf7/v37S9Pi4+MLvH6NGjUwcOBANGvWDPr6+tK94VWrVsWmTZvg7u6e5wkLQ0PDD75SZmFhAXt7e5w8eRJ169YF8Prq25kzZ3L0AigIhQCW6KQxCgFwMRVx97mArI8oaKdOnUL9+vWln7N7n4SEhGDixInSoJhv/z936NAhBAYGSj/fv38fU6ZMwdGjR6VpNWrUwPDhw9GyZUvY2dlh5cqVmjuQT4QoikhOToa5uTm/0JLGMGckB+aMdBUL9I9UuXLl0KZNG3z99ddYsmQJzMzMMHr0aJQqVUrq1j58+HBUr14dkydPRqdOnXDs2DEsWLAAP/30k2xtXLVqFfbs2YPSpUtj9erVOHnyJEqXLl3gbdSqVQs7d+5E8+bNoa+vjyFDhmDAgAFYunQpunTpgpEjR8LKygrXr1/H+vXrsWzZMujp6cHd3R0nTpxAQkIClEolrKys3usYBg0ahIiICJQtWxbly5fH/Pnz8eTJE/4iJyoigYGB+fZaKWiPFnt7eyQkJOSYHhYWhrCwsPdtHhEREZGseEvsRywyMhL+/v5o1aoVAgICIIoidu7cKXXbrlq1KjZu3Ij169fDx8cHYWFhmDRpktoAcZrUp08ffPnll+jUqRM+++wzPH78WO1qekHVqVMHf/zxB8aNG4f58+fDyckJMTExyMrKQpMmTeDr64shQ4bA0tISCsXrSI8YMQJ6enqoUKECbG1tkZiY+F7HkP1Ip+7duyMgIABKpRJNmzaFsbHxe22PiIiIiIgoL4L4oTfcEn1CVCoVvL29ERQUhMmTJxdonadPn8LCwgJuQzYARgW735+osBQQUdoMuJH6esA4uSVMayn7Pkl+KpUK//33H6ysrKQTokRFjTkjOTBn9CGyv9+npKTk+3SZ98Eu7kT5uHnzJvbu3Yt69erh5cuXWLBgAW7cuIGuXbsWelscxZ00SQUB8anabgUVdwqFAjY2NtpuBhVzzBnJgTkjXcV6gSgfCoUCUVFRqF69OmrXro3z589j//798Pb2Lvy2OEQcaZACIjzMROaMNEqlUuHRo0f5PmqS6EMxZyQH5ox0Fa+gE+XDxcUlx0j470vgKO6kQYIA2JmISEhj0Eiz0tLS3nvgTaKCYs5IDswZ6SJeQSciIiIiIiLSASzQiYiIiIiIiHQAC3QimajY7Zg0SCUCt54JzBlplCAIsLS0hCDI/6QA+nQwZyQH5ox0Fe9BJ5KJCEELD7+iT4UIAbefabsVVNxlf6El0iTmjOTAnJGuYoFOJJN/JjTmHwLSGJVKhYcPH8LW1pbPcyWNYc5IDswZyYE5I13FNBIRFRPp6enabgJ9ApgzkgNzRnJgzkgXsUAnIiIiIiIi0gEs0ImIiIiIiIh0AAt0IplwlFDSJEEQYG1tzZyRRjFnJAfmjOTAnJGu4iBxRDLhHwDSJEEQYGZmpu1mUDHHnJEcmDOSA3NGuopX0IlkolKptN0EKsZUKhXu3LnDnJFGMWckB+aM5MCcka5igU5EVExkZGRouwn0CWDOSA7MGcmBOSNdxAKdiIiIiIiISAewQCciIiIiIiLSASzQiWTCQeJIkwRBgL29PXNGGsWckRyYM5IDc0a6iqO4E8mEfwBIkwRBgImJibabQcUcc0ZyYM5IDswZ6SpeQSeSCUcJJU1SqVS4efMmc0YaxZyRHJgzkgNzRrqKBToRUTEhiqK2m0CfAOaM5MCckRyYM9JFLNCJiIiIiIiIdAALdCIiIiIiIiIdwAKdSCYcJI40SRAEODk5MWekUcwZyYE5IzkwZ6SrWKATyYR/AEiTBEGAvr4+c0YaxZyRHJgzkgNzRrqKj1kjkknlibshGppquxlUAAnTWmq7CYWmUqmQmJgIV1dXKBQ890qawZyRHJgzkgNzRrqKaSQiIiIiIiLSASzQiYiIiIiIiHQAC3QiIiIiIiIiHcACnUgmWSIHISHNUSgUvI+ONI45IzkwZyQH5ox0FRNJJBtR2w2gYkwURWRmZkIUmTPSHOaM5MCckRyYM9JVLNCJZKLHC+ikQaIoIikpiV80SKOYM5IDc0ZyYM5IV7FAJyIqAu7u7hAEIcdrwIABAIBZs2bBzs4OdnZ2mD17ttq6J06cgL+/PzIzM7XRdCIiIiLSESzQtczd3R0//vhjgZaNioqCpaWlRtujKxISEiAIAmJjY7XdFKICOXnyJO7evSu99u3bBwDo2LEj/vnnH4SFhWH9+vVYt24dxo0bh/PnzwMAMjMz0bdvXyxevBj6+vraPAQiIiIi0jIW6EUkNDRUumJmaGiIsmXLYtKkSe+8Inby5En873//K9A+OnXqhLi4uKJobq7q16+PZcuWaWz72QRBwNatW/NdxsXFBXfv3oWPj4/G20NUFGxtbeHg4CC9duzYAQ8PD9SrVw9XrlxBpUqV0KBBAzRs2BCVKlXClStXAAAzZ85E3bp1Ub169Q9ugyDwPgrSPOaM5MCckRyYM9JFvFxThJo1a4bIyEi8fPkSO3fuxIABA2BgYIAxY8bkWPbVq1cwNDSEra1tgbdvYmICExOTomyy5L///kNMTAzWr1+vke0Xlp6eHhwcHLTdjCKVJQo8I/aJePXqFX755RcMGzYMgiDA19cXcXFxSExMhCiKiIuLg4+PD+Lj4xEZGYnTp09/8D4VCgXc3NyKoPVEeWPOSA7MGcmBOSNdxXqhCBkZGcHBwQFubm7o168fGjVqhG3btgF4fYW9bdu2mDJlCpycnODl5QUgZxf35ORk9OnTB/b29jA2NoaPjw927NgBIGcX94kTJ6JKlSpYvXo13N3dYWFhgc6dOyM1NVVaJjU1FcHBwTA1NYWjoyN++OEHBAYGYsiQIWpt/+OPP1C1alXY29sDAC5evIhWrVrB3NwcZmZm+PzzzxEfHw8AUKlUmDRpEpydnWFkZIQqVapg9+7d0rZevXqFgQMHwtHREcbGxnBzc0NERIR0vADQrl07CIIg/fy2t7u4P3nyBMHBwbC1tYWJiQnKlSuHyMjId+4vt67yycnJEAQB0dHR0rQLFy6gefPmUCqVsLe3R7du3fDo0SNp/m+//QZfX1+YmJjA2toajRo1wrNnz3Jte14EjuL+ydi6dSuSk5MRGhoKAPD29sbUqVPRuHFjNGnSBBEREfD29kafPn0wY8YM7NmzBz4+PvDz88Phw4ffa5+iKCI9PZ2D3ZBGMWckB+aM5MCcka7iFXQNMjExwePHj6WfDxw4AHNzc+ne1LepVCo0b94cqamp+OWXX+Dh4YFLly5BT08vz33Ex8dj69at2LFjB548eYKgoCBMmzYNU6ZMAQAMGzYMMTEx2LZtG+zt7REWFoYzZ86gSpUqatvZtm0b2rRpAwC4c+cO6tati8DAQBw8eBDm5uaIiYmRuuvPnTsXs2fPxpIlS+Dn54cVK1bgiy++wMWLF1GuXDnMmzcP27Ztw8aNG+Hq6opbt27h1q1bAF536bezs0NkZCSaNWuW77G9afz48bh06RJ27doFGxsbXL9+Henp6QCQ7/4KIjk5GQ0aNEDv3r3xww8/ID09HaNGjUJQUBAOHjyIu3fvokuXLpgxYwbatWuH1NRUHDlyJM9f6C9fvsTLly+ln58+fQoAUAh80NqnYvny5WjevDmcnJykaX379kXfvn2ln1euXAkzMzMEBATAy8sLJ0+exO3bt9G5c2fcuHEDRkZGhdqnKIq4f/8+XF1d2WWPNIY5IzkwZyQH5ox0FQt0DRBFEQcOHMCePXswaNAgabqpqSmWLVsGQ0PDXNfbv38//v77b1y+fBmenp4AgDJlyuS7L5VKhaioKJiZmQEAunXrhgMHDmDKlClITU3FypUrsXbtWjRs2BAAEBkZqVY0AK8Lyt27d2PixIkAgIULF8LCwgLr16+HgYEBAEjtAV6PRj1q1Ch07twZADB9+nQcOnQIP/74IxYuXIjExESUK1cOderUgSAIat2Hsrv0W1paFqoLe2JiIvz8/FCtWjUAULvynt/+CmLBggXw8/PD1KlTpWkrVqyAi4sL4uLikJaWhszMTHz55ZfStn19ffPcXkREBMLDwwvVBio+bt68if3792Pz5s15LvPo0SOEh4fj8OHDOHHiBDw9PVGuXDmUK1cOGRkZiIuLyzdjRERERFQ8sYt7EdqxYweUSiWMjY3RvHlzdOrUSSp6gddFXV7FOQDExsbC2dlZrRh+F3d3d6k4BwBHR0c8ePAAAPDvv/8iIyMDNWrUkOZbWFhI3euzHTx4EHZ2dqhYsaLUjs8//1wqzt/09OlTJCUloXbt2mrTa9eujcuXLwN43Z0/NjYWXl5eGDx4MPbu3Vvg48lLv379sH79elSpUgUjR47E0aNHpXkfur9z587h0KFDUCqV0qt8+fIAXvdQqFy5Mho2bAhfX1907NgRS5cuxZMnT/Lc3pgxY5CSkiK9CnM1nz5+kZGRsLOzQ8uWLfNcZujQoRg6dCicnZ2RlZWFjIwMaV5mZiaysrLkaCoRERER6RgW6EWofv36iI2NxbVr15Ceno6VK1fC1NRUmv/mv3PzPgPAvV1EC4IAlUpVqG1s27YNX3zxxQe1401Vq1bFjRs3MHnyZKSnpyMoKAgdOnT4oG02b94cN2/exNChQ5GUlISGDRtixIgR79yfQvE64m92R3+zGAKAtLQ0tG7dGrGxsWqva9euoW7dutDT08O+ffuwa9cuVKhQAfPnz4eXlxdu3LiRa1uNjIxgbm6u9gLYvf1ToFKpEBkZiZCQkDwfmbZv3z7ExcVJz0evXr06rly5gl27duHnn3+Gnp5ejpNoBZXbSTWiosackRyYM5IDc0a6iAV6ETI1NUXZsmXh6ur6Xs8zrlSpEm7fvl1kj1IrU6YMDAwMcPLkSWlaSkqK2vZFUcT27dul+8+z23HkyJEchSwAmJubw8nJCTExMWrTY2JiUKFCBbXlOnXqhKVLl2LDhg3YtGkT/vvvPwCvfxm+zxVCW1tbhISE4JdffsGPP/6In3/++Z37y+5Sf/fuXWnZt5+tXrVqVVy8eBHu7u4oW7as2iv7pIogCKhduzbCw8Nx9uxZGBoaYsuWLYVqv0rk/U3F3f79+5GYmIiePXvmOj89PR0DBw7EkiVLpJNHzs7OmD9/Pnr06IEpU6Zg5cqV73WSTKFQoFSpUtJ2iTSBOSM5MGckB+aMdBXvQdch9erVQ926ddG+fXvMmTMHZcuWxZUrVyAIApo1a1bo7ZmZmSEkJATffvstrKysYGdnhwkTJkChUEiDYZw+fRrPnz9HnTp1pPUGDhyI+fPno3PnzhgzZgwsLCxw/Phx1KhRA15eXvj2228xYcIEeHh4oEqVKoiMjERsbCzWrFkDAJgzZw4cHR3h5+cHhUKBX3/9FQ4ODtII9O7u7jhw4ABq164NIyMjlCxZ8p3HEhYWBn9/f1SsWBEvX77Ejh074O3t/c79KRQK1KxZE9OmTUPp0qXx4MEDjBs3Tm3bAwYMwNKlS9GlSxeMHDkSVlZWuH79OtavX49ly5bh1KlTOHDgAJo0aQI7OzucOHECDx8+lPZfUBzFvfhr0qRJvqPBmpiY4OrVqzmm9+7dG7179/6gfYuiiLS0NCiVSg52QxrDnJEcmDOSA3NGuoqnjHTMpk2bUL16dXTp0gUVKlTAyJEjP+h+1Dlz5iAgIACtWrVCo0aNULt2bXh7e8PY2BgA8Pvvv6NFixZqV/ytra1x8OBBpKWloV69evD398fSpUulbkCDBw/GsGHDMHz4cPj6+mL37t3Ytm0bypUrB+D1iYEZM2agWrVqqF69OhISErBz507pDOXs2bOxb98+uLi4wM/Pr0DHYWhoiDFjxqBSpUpSt/PsZ7a/a38rVqxAZmYm/P39MWTIEHz//fdq287uEZCVlYUmTZrA19cXQ4YMkQp8c3NzHD58GC1atICnpyfGjRuH2bNno3nz5oX6LBT83U8aJIoiHj9+zMfFkEYxZyQH5ozkwJyRrhJEpvKT8uzZM5QqVQqzZ89Gr169UKlSJYwbNw5BQUHablqx9fTpU1hYWMB96AaIhvmPQ0C6IWFa3gO86SqVSoXExES4urqyux5pDHNGcmDOSA7MGX2I7O/3KSkp0nhTRYVd3Iu5s2fP4sqVK6hRowZSUlIwadIkAECbNm3w6tUrtG/fvtBXgomIiIiIiKjosUD/BMyaNQtXr16FoaEh/P39ceTIEdjY2AAAJkyYoOXWfTrYV4U07UOfwEBUEMwZyYE5IzkwZ6SLWKAXc35+fjh9+rS2m0EAVBA46ANpjEKhgL29vbabQcUcc0ZyYM5IDswZ6SrWC0Qy4SjupEmiKCI5OZmD3ZBGMWckB+aM5MCcka5igU4kE47iTprELxokB+aM5MCckRyYM9JVLNCJiIiIiIiIdAALdCIiIiIiIiIdwEHiiGRyNqwJLC0ttd0MKsaUSqW2m0CfAOaM5MCckRyYM9JFLNCJZKJQsMMKaY5CoZAen0ikKcwZyYE5IzkwZ6SrWDEQyUSlUmm7CVSMqVQqPHr0iDkjjWLOSA7MGcmBOSNdxQKdiKiYSEtL03YT6BPAnJEcmDOSA3NGuogFOhEREREREZEOYIFOREREREREpANYoBPJRBAEbTeBijFBEGBpacmckUYxZyQH5ozkwJyRruIo7kQy4R8A0qTsLxpEmsSckRyYM5IDc0a6ilfQiWTCUUJJk1QqFe7fv8+ckUYxZyQH5ozkwJyRrmKBTkRUTKSnp2u7CfQJYM5IDswZyYE5I13EAp2IiIiIiIhIB7BAJyIiIiIiItIBLNCJZMJB4kiTBEGAtbU1c0YaxZyRHJgzkgNzRrqKo7gTyYR/AEiTBEGAmZmZtptBxRxzRnJgzkgOzBnpKl5BJ5IJRwklTVKpVLhz5w5zRhrFnJEcmDOSA3NGuooFOhFRMZGRkaHtJtAngDkjOTBnJAfmjHQRC3QiIiIiIiIiHcACnYiIiIiIiEgHcJA4IpmcOnUKSqVS282gAqhZs6a2m1BogiDA3t6egxGSRjFnJAfmjOTAnJGuYoFOJBP+ASBNEgQBJiYm2m4GFXPMGcmBOSM5MGekq9jFnUgmoihquwlUjKlUKty8eZOj0ZJGMWckB+aM5MCcka5igU5EVEzwJBDJgTkjOTBnJAfmjHQRC3QiIiIiIiIiHcACnYiIiIiIiEgHsEAnIioGBEGAk5MTByMkjWLOSA7MGcmBOSNdxQKdSCb8A0CaJAgC9PX1mTPSKOaM5MCckRyYM9JVOl+gBwYGYsiQIUW6TVEU8b///Q9WVlYQBAGxsbEFWi8qKgqWlpZF2hY5JSQkvPN4nz9/jvbt28Pc3ByCICA5OVm29hU1Xfu8OBBJ8ebu7g5BEHK8BgwYAACYNWsW7OzsYGdnh9mzZ6ute+LECfj7+yMzM/O9969SqZCYmMjRaEmjmDOSA3NGcmDOSFd98HPQQ0NDkZycjK1btxZBc+Sxe/duREVFITo6GmXKlIGNjY22m6QzVq5ciSNHjuDo0aOwsbGBhYWFtpukMxISElC6dGmcPXsWVapU0XZzSMecPHkSWVlZ0s8XLlxA48aN0bFjR/zzzz8ICwvDjh07IIoiWrVqhSZNmsDX1xeZmZno27cvfv75Z+jrf/CvZCIiIiL6iH2S3wbj4+Ph6OiIWrVqabspOic+Ph7e3t7w8fF5721kZWVBEAQoFB/eQaMot0WkSba2tmo/T5s2DR4eHqhXrx5+/fVXVKpUCQ0aNAAAVKpUCVeuXIGvry9mzpyJunXronr16tpoNhERERHpEI1XPXPmzIGvry9MTU3h4uKC/v37Iy0tTW2ZmJgYBAYGokSJEihZsiSaNm2KJ0+e5Lq9P/74AxYWFlizZk2e+/zzzz9Ro0YNGBkZwdHREaNHj5a6joaGhmLQoEFITEyEIAhwd3fPcztRUVFwdXVFiRIl0K5dOzx+/DjHMr///juqVq0KY2NjlClTBuHh4WrdVAVBwJIlS9CqVSuUKFEC3t7eOHbsGK5fv47AwECYmpqiVq1aiI+Pl9aJj49HmzZtYG9vD6VSierVq2P//v1q+3V3d8fUqVPRs2dPmJmZwdXVFT///LPaMn///Tf8/PxgbGyMatWq4ezZs3keK/D6doLZs2fj8OHDEAQBgYGBAIAnT56ge/fuKFmyJEqUKIHmzZvj2rVrau+TpaUltm3bhgoVKsDIyAiJiYk5th8dHQ1BEPDHH3+gUqVKMDY2Rs2aNXHhwoV3butdbSjI5xUaGoq2bduqTRsyZIh0nMDr7k4zZsxA2bJlYWRkBFdXV0yZMgUAULp0aQCAn5+f2vtD9LZXr17hl19+Qc+ePSEIAnx9fREXF4fExETcvHkTcXFx8PHxQXx8PCIjI/H9999ru8lEREREpAM0XqArFArMmzcPFy9exMqVK3Hw4EGMHDlSmh8bG4uGDRuiQoUKOHbsGP766y+0bt1aratotrVr16JLly5Ys2YNgoODc93fnTt30KJFC1SvXh3nzp3DokWLsHz5cukL8Ny5czFp0iQ4Ozvj7t27OHnyZK7bOXHiBHr16oWBAwciNjYW9evXz/El+siRI+jevTu++eYbXLp0CUuWLEFUVJRU0GWbPHkyunfvjtjYWJQvXx5du3ZFnz59MGbMGJw6dQqiKGLgwIHS8mlpaWjRogUOHDiAs2fPolmzZmjdunWOonf27NlS4d2/f3/069cPV69elbbRqlUrVKhQAadPn8bEiRMxYsSIvD4mAMDmzZvx9ddfIyAgAHfv3sXmzZsBvC5sT506hW3btuHYsWMQRREtWrRARkaGtO7z588xffp0LFu2DBcvXoSdnV2e+/n2228xe/ZsnDx5Era2tmjduvU7t/WuNhTk8yqIMWPGYNq0aRg/fjwuXbqEtWvXwt7eHsDrEx4AsH//frX3p6A4CMmnY+vWrUhOTkZoaCgAwNvbG1OnTkXjxo3RpEkTREREwNvbG3369MGMGTOwZ88e+Pj4wM/PD4cPH36vfSoUCri6urK3CWkUc0ZyYM5IDswZ6SqNd3F/c4A3d3d3fP/99+jbty9++uknAMCMGTNQrVo16WcAqFixYo7tLFy4EN999x22b9+OevXq5bm/n376CS4uLliwYAEEQUD58uWRlJSEUaNGISwsDBYWFjAzM4Oenh4cHBzy3M7cuXPRrFkz6WSCp6cnjh49it27d0vLhIeHY/To0QgJCQEAlClTBpMnT8bIkSMxYcIEabkePXogKCgIADBq1CgEBARg/PjxaNq0KQDgm2++QY8ePaTlK1eujMqVK0s/T548GVu2bMG2bdvUCvkWLVqgf//+0nZ/+OEHHDp0CF5eXli7di1UKhWWL18OY2NjVKxYEbdv30a/fv3yPGYrKyuUKFEChoaG0ntz7do1bNu2DTExMdItAWvWrIGLiwu2bt2Kjh07AgAyMjLw008/qbU7LxMmTEDjxo0BvL7n3dnZGVu2bJHeo7e3VZA2FOTzepfU1FTMnTsXCxYskD5TDw8P1KlTB8D/d2G2trbONzsvX77Ey5cvpZ+fPn0KgIPEfUqWL1+O5s2bw8nJSZrWt29f9O3bV/p55cqVMDMzQ0BAALy8vHDy5Encvn0bnTt3xo0bN2BkZFSofYqiiMzMTBgYGPBkEGkMc0ZyYM5IDswZ6SqNnzLav38/GjZsiFKlSsHMzAzdunXD48eP8fz5cwD/fwU9P7/99huGDh2Kffv25VucA8Dly5cREBCg9j9a7dq1kZaWhtu3bxe43ZcvX8Znn32mNi0gIEDt53PnzmHSpElQKpXS6+uvv8bdu3el4wNe32+aLftqrK+vr9q0Fy9eSIVcWloaRowYAW9vb1haWkKpVOLy5cs5rqC/uV1BEODg4IAHDx5I7c/uRp5X+wv6Pujr66u9F9bW1vDy8sLly5elaYaGhmrtyc+b7bCysnrntgrShoJ8Xu9y+fJlvHz58p15fJeIiAhYWFhILxcXlw/aHn1cbt68if3796N37955LvPo0SOEh4dj/vz5OHHiBDw9PVGuXDnUr18fGRkZiIuLK/R+RVFEUlISTwSRRjFnJAfmjOTAnJGu0miBnpCQgFatWqFSpUrYtGkTTp8+jYULFwJ4fY8mAJiYmLxzO35+frC1tcWKFSt06n+itLQ0hIeHIzY2VnqdP38e165dUyuMDQwMpH9nnzjIbVr2Yx5GjBiBLVu2YOrUqThy5AhiY2Ph6+srvWe5bTd7O9p6VISJiUmRnX0sym29SaFQ5MjPm13rC5LFghgzZgxSUlKk161bt4pku/RxiIyMhJ2dHVq2bJnnMkOHDsXQoUPh7OyMrKwstRxmZmbmeosPERERERV/Gi3QT58+DZVKhdmzZ6NmzZrw9PREUlKS2jKVKlXCgQMH8t2Oh4cHDh06hN9//x2DBg3Kd9nsQdjeLMRiYmJgZmYGZ2fnArfd29sbJ06cUJt2/PhxtZ+rVq2Kq1evomzZsjleH3I/S0xMDEJDQ9GuXTv4+vrCwcEBCQkJhdqGt7c3/vnnH7x48SLP9hd0O5mZmWrvxePHj3H16lVUqFCh0Nt7ux1PnjxBXFwcvL29P6gNBfm8bG1tcffuXbVpbz4Tvly5cjAxMckzj4aGhgDwzuLJyMgI5ubmai/6NKhUKkRGRiIkJCTPR6bt27cPcXFx0vPRq1evjitXrmDXrl34+eefoaenBy8vLzmbTUREREQ6okgK9JSUFLWryLGxsbh16xbKli2LjIwMzJ8/H//++y9Wr16NxYsXq607ZswYnDx5Ev3798c///yDK1euYNGiRXj06JHacp6enjh06BA2bdqkdl/72/r3749bt25h0KBBuHLlCn7//XdMmDABw4YNK1TRPHjwYOzevRuzZs3CtWvXsGDBghz3M4eFhWHVqlUIDw/HxYsXcfnyZaxfvx7jxo0r8H5yU65cOWzevBmxsbE4d+4cunbtWugr4127doUgCPj6669x6dIl7Ny5E7NmzXqvtrRp0wZff/01/vrrL5w7dw5fffUVSpUqhTZt2hR6ewAwadIkHDhwABcuXEBoaChsbGxyjK5e2DYU5PNq0KABTp06hVWrVuHatWuYMGGC2gjyxsbGGDVqFEaOHIlVq1YhPj4ex48fx/LlywEAdnZ2MDExwe7du3H//n2kpKS81/FT8bV//34kJiaiZ8+euc5PT0/HwIEDsWTJEun3kbOzM+bPn48ePXpgypQpWLly5Xv35uA9dCQH5ozkwJyRHJgz0kVFUqBHR0fDz89P7RUeHo7KlStjzpw5mD59Onx8fLBmzRpERESorevp6Ym9e/fi3LlzqFGjBgICAvD777/nevXJy8sLBw8exLp16zB8+PBc21KqVCns3LkTf//9NypXroy+ffuiV69ehS6aa9asiaVLl2Lu3LmoXLky9u7dm2MbTZs2xY4dO7B3715Ur14dNWvWxA8//AA3N7dC7ettc+bMQcmSJVGrVi20bt0aTZs2RdWqVQu1DaVSie3bt+P8+fPw8/PDd999h+nTp79XeyIjI+Hv749WrVohICAAoihi586dObrYF9S0adPwzTffwN/fH/fu3cP27dulq9Pv24aCfl7jx4/HyJEjUb16daSmpqJ79+5qy4wfPx7Dhw9HWFgYvL290alTJ+m+fn19fcybNw9LliyBk5NToU9Q8I9A8dekSROIoghPT89c55uYmODq1auoUqWK2vTevXvj3r17uHnzZr5d4/OjUCjg5ubG0WhJo5gzkgNzRnJgzkhXCaIu3dRNxVp0dDTq16+PJ0+ewNLSUtvNkc3Tp09hYWGBffv2QalUars5VAA1a9bUdhMKTRRFvHjxAsbGxjwZRBrDnJEcmDOSA3NGHyL7+31KSkqR387KU0ZERMWAKIq4f/++Tg2kScUPc0ZyYM5IDswZ6SoW6EREREREREQ6IPdhhok0IDAwkGcpiYiIiIiI8sAr6ERExcT7DtxIVBjMGcmBOSM5MGeki3gFnUgmHICENEmhUKBUqVLabgYVc8wZyYE5IzkwZ6SreAWdSCbs3k+aJIoiUlNTmTPSKOaM5MCckRyYM9JVLNCJiIoBURTx+PFjftEgjWLOSA7MGcmBOSNdxS7uRDKpVq3aJ/X8dyIiIiIiKhxeQSciIiIiIiLSASzQiYiKCRMTE203gT4BzBnJgTkjOTBnpIvYxZ1IJgoFz4eR5igUCtjb22u7GVTMMWckB+aM5MCcka5ixUAkEw5CQpokiiKSk5OZM9Io5ozkwJyRHJgz0lUs0Ilkwj8ApEn8okFyYM5IDswZyYE5I13FAp2IiIiIiIhIB7BAJyIiIiIiItIBLNCJiIoJpVKp7SbQJ4A5IzkwZyQH5ox0EUdxJ5IJR3EnTVIoFLCxsdF2M6iYY85IDswZyYE5I13FioFIJiqVSttNoGJMpVLh0aNHzBlpFHNGcmDOSA7MGekqFuhERMVEWlqatptAnwDmjOTAnJEcmDPSRSzQiYiIiIiIiHQAC3QiIiIiIiIiHcACnUgmgiBouwlUjAmCAEtLS+aMNIo5IzkwZyQH5ox0FUdxJ5IJ/wCQJmV/0SDSJOaM5MCckRyYM9JVvIJOJBOOEkqapFKpcP/+feaMNIo5IzkwZyQH5ox0FQt0IqJiIj09XdtNoE8Ac0ZyYM5IDswZ6SJ2cSeSyalTp6BUKrXdjI9GzZo1td0EIiIiIiJZ8Qo6ERERERERkQ5ggU5EVAwIggBra2sORkgaxZyRHJgzkgNzRrqKXdyJZMI/AKRJgiDAzMxM282gYo45IzkwZyQH5ox0Fa+gE8lEFEVtN4GKMZVKhTt37nA0WtIo5ozkwJyRHJgz0lUs0ImIiomMjAxtN4E+AcwZyYE5IzkwZ6SLWKATEREREdFHJzk5GYIgICEh4b3m64q2bdti4sSJuc6Ljo6GpaWlrO2R25o1a1CrVi1tN0Nn8B50IiIiIqJPkPvoPzS+j4RpLQu9Ts+ePREZGYlLly7B29tbA62iBg0a4NixY0hKSkLJkiWl6VFRUfjxxx8RGxub7/pF+RkFBwcjODj4ncsVtG2F4e7ujh9//BFt27Ytsm1+KF5BJ6JiY+LEiRAEQe1Vvnx5af6sWbNgZ2cHOzs7zJ49W23dEydOwN/fH5mZmXI3u0gIggB7e3sORkgaxZyRHJizT1tqaio2btwIKysrLF++XGP7EQQBVlZWn2TO/v33X0RHR6NEiRJYs2ZNodeX6zP6VH0yBbogCNi6datG9xEVFaXVLihyHGO20NDQQp9pyj5D9an6FP8AaEPFihVx9+5d6fXXX38BAP755x+EhYVh/fr1WLduHcaNG4fz588DADIzM9G3b18sXrwY+vofZ8ciQRBgYmLCnJFGMWckB+bs07ZhwwaYmppi+vTpWL16tdp94i9fvkS/fv1gZWWF0qVL47ffflNb913zQ0ND0atXLwQFBcHCwgIrV65EZmYmwsLC4OHhAWtra3zxxRdISkoC8HqA31GjRsHBwQHm5ubw9PTEjh07AABnzpxBzZo1YW5uDhsbG7Ru3Vraz4MHDxAcHAxHR0c4OTlhyJAhePnypTR/06ZNKFu2LCwsLPD1118X6OLA/Pnz4ejoCAcHB0yYMAGiKCIjIwP29vaIjo5WW9bb2xsbNmzIc1srVqxAlSpVMGjQoPcqsPP7jG7cuIFGjRrBwsICVlZWqF27Np4/fw4AmDNnDlxdXWFmZgZ3d3csW7YMwOsaqkqVKtI2clvu7Nmz6Nu3L86fPw+lUgmlUonExEScPXsWderUgZWVFWxtbdGlSxc8fvxY2lZgYCDGjBmDpk2bwszMDFWrVpW+/3Xs2BGJiYno0qULlEol+vbtW+j3QhO0UqCHhoZCEARMmzZNbfrWrVsL/ctYl4q+Tp06IS4uTuP7mThxolqItWHu3LmIiooq0m0mJCRAEIR3dluJjo6GIAhITk4u0v1rGkdxl4e+vj4cHBykl42NDQDgypUrqFSpEho0aICGDRuiUqVKuHLlCgBg5syZqFu3LqpXr67Npn8QlUqFmzdvcjRa0ijmjOTAnH3ali9fjuDgYHTu3BnPnj3D9u3bpXlTpkzBsWPHcOHCBZw9exabN29WW/dd8wFg3bp16NWrF/777z80btwYY8eORUxMDP766y/cvXsXnp6e6Ny5MwBg3759WLt2Lc6cOYOnT59i//798PT0BAAMHDgQrVu3RnJyMu7cuYNvv/0WwOvve1988QUcHBwQHx+P8+fP49y5c/j+++8BAHFxcejatSt++OEHPH78GP7+/ti9e3e+70lqairOnDmD+Ph4REdHY8WKFVi1ahUMDAzQrVs3te/kx44dw/379/O8kJaVlYWoqCiEhoaie/fuOHfuHM6cOZP/h/KW/D6j7777DmXLlsWjR49w//59zJw5E/r6+oiLi8O4ceOwd+9epKam4sSJE6hRo0aObee1nJ+fHxYvXgxfX1+kpaUhLS0Nrq6uUCgUmDZtGu7fv48LFy7gzp07GD16tNo2V69ejRkzZuDJkyeoVq0aBg0aBAD49ddf4erqinXr1iEtLQ2LFy8u1PugKVq7gm5sbIzp06fjyZMn2mpCkTMxMYGdnZ22m6FRWVlZUKlUsLCwKPYDVtDH6dq1a3ByckKZMmUQHByMxMREAICvry/i4uKQmJiImzdvIi4uDj4+PoiPj0dkZKT0h/NjxpNAJAfmjOTAnH2aLl26hOPHjyMkJARKpRLt2rVTu8K7Zs0ajB07Fk5OTrC0tMSECRPU1n/XfABo0qQJmjZtCoVCASMjIyxatAhz5syBo6MjDA0N8f333yMmJga3bt2CgYEBXrx4gYsXLyIjIwOurq5SgW5gYICbN28iKSkJRkZGqFu3LgDg1KlTuHbtGmbOnIkSJUrA2toaY8eOxdq1awG8vvrcsGFDtG7dGvr6+ujbty/KlSuX7/uiUqkwffp0lChRAuXLl8fAgQOxevVqAECvXr2wadMmpKWlAXh9Nbpr164wMjLKdVt79uzBgwcP0LVrV5QpUwa1a9cu1FX0d31GBgYGuHv3LhISEmBgYIBatWrB0NAQenp6EEURFy9eRHp6Ouzt7VGpUqUc2y/octkqV66MOnXqwMDAAPb29hg2bFiOHgVfffUVKleuDH19fYSEhOD06dMFPl5t0FqB3qhRIzg4OCAiIiLf5TZt2oSKFSvCyMgI7u7uaveNBgYG4ubNmxg6dKh0v2l+Hj16hHbt2qFEiRIoV64ctm3bJs3LyspCr169ULp0aZiYmMDLywtz586V5u/duxfGxsY5rtp+8803aNCgAYCcXdyzr3SvXr0a7u7usLCwQOfOnZGamiotk5qaiuDgYJiamsLR0RE//PADAgMDMWTIkFyPISoqCuHh4Th37px0zG+eNcvvGAHgwoULaN68OZRKJezt7dGtWzc8evQoz/cs+5i2bduGChUqwMjICImJiTm6uBf0OJ4/f46ePXvCzMwMrq6u+Pnnn6V5pUuXBgD4+flBEAQEBgbmaE9CQgLq168PAChZsiQEQUBoaCiA17+8IiIipM+wcuXKal2b3vUZA//fdX/q1Kmwt7eHpaUlJk2ahMzMTHz77bewsrKCs7MzIiMj83zPSHs+++wzREVFYffu3Vi0aBFu3LiBzz//HKmpqfD29sbUqVPRuHFjNGnSBBEREfD29kafPn0wY8YM7NmzBz4+PvDz88Phw4e1fShERESfnOXLl6Ny5cqoXLkyACAkJAR79uzBnTt3AABJSUlwc3OTln/z3wWZDwCurq7Sv//77z88e/YMdevWhaWlJSwtLeHg4ABDQ0PcunUL9evXR3h4OMaPHw8bGxu0b98eN27cAPC6m/iLFy/g7++P8uXLY8GCBQBef1dNTk6GlZWVtM0OHTrg/v37ubYxr3a+ydjYWO0ioJubm/SeeHt7w8fHB7/99htevHiBDRs2oGfPnnlua/ny5WjRooXUwzAkJARr167Fixcv8m3Dm+vn9xnNnDkTpUqVQqNGjeDu7o6JEydCpVLBw8MDK1euxIIFC2Bvb48mTZrk2mu2oMtlu379Otq0aQMnJyeYm5vjq6++ylHbODg4SP82NTWVTmboKq0V6Hp6epg6dSrmz5+P27dv57rM6dOnERQUhM6dO+P8+fOYOHEixo8fLxWkmzdvhrOzMyZNmiTdb5qf8PBwBAUF4Z9//kGLFi0QHByM//77D8Dr4s7Z2Rm//vorLl26hLCwMIwdOxYbN24EADRs2BCWlpbYtGmTtL2srCxs2LAh31EH4+PjsXXrVuzYsQM7duzAn3/+qda1f9iwYYiJicG2bduwb98+HDlyJN9uJp06dcLw4cPV7rPt1KlTgY4xOTkZDRo0gJ+fH06dOoXdu3fj/v37CAoKyvd9e/78OaZPn45ly5bh4sWLufYSKOhxzJ49G9WqVcPZs2fRv39/9OvXD1evXgUA/P333wCA/fv34+7du7l2S3JxcZE+g6tXr+Lu3btSkR0REYFVq1Zh8eLFuHjxIoYOHYqvvvoKf/75J4B3f8bZDh48iKSkJBw+fBhz5szBhAkT0KpVK5QsWRInTpxA37590adPnzxz+/LlSzx9+lTtRfJo3rw5OnbsiEqVKqFp06bYuXMnkpOTpc+4b9++uHr1Kq5evYq+ffti5cqVMDMzQ0BAAHr37o0tW7Zgzpw56Ny5s9q9YkRERKRZGRkZWL16NeLi4qTb1IKDg6Uu2QDg5OSEmzdvSutk95LL9q75AKBQ/H/5U7JkSZQoUQInTpxAcnKy9EpPT5ce+9W/f38cP34ciYmJMDIywuDBgwG8LiRXrVqFe/fuYdmyZRgxYgROnz4NFxcX2NnZqW0vJSVFKgrfbmNe7XzTixcv8ODBA7XlS5UqJf3cq1cvREVFYcuWLXBzc0PVqlVz3c7Dhw+xfft2HDhwQHqPR48ejeTkZLUaJy8F+Yzs7Ozw008/4ebNm9i+fTsWL16MLVu2AACCgoJw6NAh3L9/H5UrV0a3bt1y3U9ey7352WXr27cvSpUqhUuXLuHp06f45ZdfCtUDJ7dtaptWW9SuXTtUqVIl1+4nwOsBAho2bIjx48fD09MToaGhGDhwIGbOnAkAsLKygp6eHszMzKSQ5Cc0NBRdunRB2bJlMXXqVKSlpUlFoYGBAcLDw1GtWjWULl0awcHB6NGjh/TFXk9PD507d5a6pwDAgQMHkJycjPbt2+e5T5VKhaioKPj4+ODzzz9Ht27dcODAAQCvrzqvXLkSs2bNQsOGDeHj44PIyEhkZWXluT0TExMolUq1+2xNTEwKdIwLFiyAn58fpk6divLly8PPzw8rVqzAoUOH8r13PiMjAz/99BNq1aoFLy8vlChRQm1+YY6jRYsW6N+/P8qWLYtRo0bBxsYGhw4dAgDY2toCAKytreHg4AArK6sc6+vp6UnT7ezs4ODgAAsLC7x8+RJTp07FihUr0LRpU5QpUwahoaH46quvsGTJEgDv/oyzWVlZYd68efDy8kLPnj3h5eWF58+fY+zYsShXrhzGjBkDQ0NDafCxt0VERMDCwkJ6ubi45PnekmZZWlrC09MT169fzzHv0aNHCA8Px/z583HixAl4enqiXLlyqF+/PjIyMmQZT6IoCYIAJycnDqpEGsWckRyYs0/Ttm3b8PTpU5w5cwaxsbGIjY3FuXPnMH78eKxYsQKiKKJLly6YNm0akpKSkJycjEmTJqlt413z3yQIApydndGnTx8MHz4ct27dAgA8fvxYGmDt5MmTOHr0KF69egUTExOYmppKg8muWrUK9+/fhyAIsLS0hEKhgJ6eHqpXrw4XFxeMGzcOqampEEURN2/exK5duwC8Lj4PHDiAP/74A5mZmVi6dOk7v3MoFAqMGTMG6enpuHr1KhYuXKh2gbBTp044ffo0pk2blu/V81WrVsHKygpXrlyR3uMLFy4gNDS0QN3cC/IZbdy4EYmJiRBFEZaWltDT04O+vj6uXr2Kffv2IT09HYaGhlI987b8lrO3t8fdu3eRnp4uLf/06VOYmZnB3Nwct27dkurEgrK3t0d8fHyh1tE0rZ8ymD59OlauXInLly/nmHf58mXUrl1bbVrt2rVx7dq1fIvYvLx5/4KpqSnMzc3VzkYtXLgQ/v7+sLW1hVKpxM8//6x2Ris4OBjR0dHSyI5r1qxBy5Yt870X293dHWZmZtLPjo6O0j7//fdfZGRkqA2QYGFhAS8vr0IfW0GO8dy5czh06JA08qFSqZQeQZVfMA0NDfO996Mwx/HmdgRBgIODg9pn8L6uX7+O58+fo3HjxmrHt2rVKrVje9dnDLweBfzNs2n29vbw9fWVftbT04O1tXWe7R4zZgxSUlKkV/YvfH7RkF9aWhri4+Ph6OiYY97QoUMxdOhQODs7IysrS20E0szMzPf6HaNNgiBAX1+fOSONYs5IDszZp2n58uXo0qULypcvrzbY6+DBg5GUlIRDhw5h3LhxqFatGnx8fFClSpUcA6G9a/6bsnM2bdo0BAQEoEGDBjAzM4O/vz/27t0L4HXx179/f+niUVJSktRzc//+/ahcuTKUSiXatGmDmTNnokqVKtDT08OOHTtw584deHt7w8LCAi1btpQuFnh5eWH16tUYPHgwrK2tceLECTRr1izf98bMzAxVqlRBmTJlULduXXTv3h0hISFq8zt27IgrV67k27N3+fLl6NevH0qVKqX2Hg8fPhzR0dHvLFQL8hmdPn0atWrVglKpREBAAHr16oUvvvgCr169wvjx42Fvbw9ra2scPHgw1wGn81uuQYMGqFmzJkqVKgVLS0skJiZizpw52LFjB8zNzdGmTZt8L5zmZuzYsViwYAEsLS3Rv3//Qq2rKVp/nlDdunXRtGlTjBkzRrqXWFMMDAzUfhYEQRohdP369RgxYgRmz56NgIAAmJmZYebMmThx4oS0fPXq1eHh4YH169ejX79+2LJlyztHMs9vn5qQ3/7S0tLQunVrTJ8+Pcd6uRUw2YryUSeaej+yuw398ccfal1+AEiDZBTkM86rjYVpt5GRUa4Dc3DAG80bMWIEWrduDTc3NyQlJWHChAnQ09NDly5d1Jbbt28f4uLisHLlSgCv/9++cuUKdu3ahVu3bkFPT++DTpRpg0qlQmJiojSiKZEmMGckB+ZMPgnTWmq7CZKdO3fmOt3GxkbtiunPP/+sNoZR7969pX8bGxvnO//N7+1v5mzcuHEYN25cjn03bNgwz/ufV61aleex2NnZ5TteUVBQ0DtvMc0WGBgojYGVPfp4btzd3dG6dWvp3vLcXLp0KdfpPj4+0vdaDw+PPGuygnxGDRo0yLXW8PX1xfHjx3NdPzQ0VNpnfssZGBjg999/V5vm6uqKixcvqk0bNmyY9O+3B4yrUqWK2nfy1q1bqz0iTxdovUAHgGnTpqFKlSo5vhB7e3sjJiZGbVpMTAw8PT2hp6cH4PXV3aK40hUTE4NatWqpnTnJ7SxScHAw1qxZA2dnZygUCrRs+f6/2MqUKQMDAwOcPHlSGrAiJSUFcXFx0kiQuXnfY65atSo2bdoEd3f3In3W8/sex9sMDQ0B4J3Hlttybw5gV69evVzXK+hnTB+v27dvS8+/tLW1RZ06dXD8+HHp9gkASE9Px8CBA7Fhwwbpi5+zszPmz5+PHj16wMjICCtXrlS7dYSIiIhIVz18+BBLly4t8kcgk3boxGlJX19fBAcHY968eWrThw8fjgMHDmDy5MnS1a4FCxZgxIgR0jLu7u44fPgw7ty5k+9o5O9Srlw5nDp1Cnv27EFcXBzGjx+PkydP5lguODgYZ86cwZQpU9ChQ4c8H2FQEGZmZggJCcG3336LQ4cO4eLFi+jVqxcUCkW+V6zd3d1x48YNxMbG4tGjRwUezGrAgAH477//0KVLF5w8eRLx8fHYs2cPevTo8UEnOd73ON5mZ2cHExMTafC6lJSUXJdzc3ODIAjYsWMHHj58iLS0NJiZmWHEiBEYOnQoVq5cifj4eJw5cwbz58+XrpIW9DOmj9f69euRlJSEly9f4vbt21i/fj08PDzUljExMcHVq1dRpUoVtem9e/fGvXv3cPPmzQ868UZEREQklylTpsDd3R0tW7ZEw4YNtd0cKgI6UaADwKRJk3J0Ga5atSo2btyI9evXw8fHB2FhYZg0aZJat4tJkyYhISEBHh4ealfJCqtPnz748ssv0alTJ3z22Wd4/PhxrvchlC1bFjVq1MA///yT7z0eBTVnzhwEBASgVatWaNSoEWrXrg1vb28YGxvnuU779u3RrFkz1K9fH7a2tli3bl2B9uXk5ISYmBhkZWWhSZMm8PX1xZAhQ6SBLeQ+jrfp6+tj3rx5WLJkCZycnNCmTZtclytVqhTCw8MxevRo2NvbY+DAgQCAyZMnY/z48dLjs5o1a4Y//vhDenxbQT9jIiIiIqKPwXfffYdnz55h8eLF2m4KFRFB5I2xOuXZs2coVaoUZs+ejV69emm7Oe+tuBxHUXj69CksLCywf/9+mJqaars5H42aNWtquwkfHZVKxfs1SeOYM5IDc0ZyYM7ofWV/v09JSYG5uXmRblsn7kH/lJ09exZXrlxBjRo1kJKSIj0OIq+rx7qquByHJvFcGGmSKIrIzMyEgYEBRz4mjWHOSA7MGcmBOSNdxVNGOmDWrFmoXLkyGjVqhGfPnuHIkSP5jsCoq4rLcRB9jERRRFJSEk8EkUYxZyQH5ozkwJyRruIVdC3z8/PD6dOntd2MD1ZcjoOIiIiIiEhbeAWdiIiIiIiISAewQCciKiZ4Dx3JgTkjOTBnVBgJCQkQBAHJycmFWq+wOVu6dCkcHR2hVCpx9uzZQq1LVFDs4k4kE37ZIE1SKBRwc3PTdjOomGPOSA7MmXyOHz+u8X0U9qks+/fvR3h4OM6ePQs9PT3UqlULU6ZMQdWqVaVlBEHA2bNnUaVKlfduV2FzlpGRgcGDB2Pv3r34/PPP33u/wOsTCqVLl8aTJ09gaWn5Qdui4odX0IlkwkFISJNEUUR6ejpzRhrFnJEcmLNP17Zt29C2bVt0794dd+/eRUJCAurWrYu6devi1KlTRbqv/HKWkZGRY9q9e/fw4sUL+Pr6Fmk73ldubaTigc9BJ9Kw7Ock8iwpaZJKpUJiYiJcXV35TFfSGOaM5MCcyUeXrqCLoogyZcqgV69eGDdunNq8Xr16IT4+HtHR0ahRowZOnjwJExMTKBQKjB07Fl27dkXp0qWxatUqhIeH49GjR2jbti2WLl0KAwMDAMCZM2cwfPhwnDt3DlZWVvj222/RtGlTuLq6YtKkSTh16hRcXFywYcMG9OjRA7Nnz5b2f/bsWdSpUwfPnz+Hqakp7O3tER8fjzlz5mDRokW4d+8e7OzsMHToUAwcOFBa79q1axg+fDiOHTuGrKwsBAYGYvPmzbCzs8PDhw9hamoKAFiyZAmCg4Oxd+9ejBo1Cv/++y88PDwwY8YMNGrUCAAQGhoKPT09pKamYvfu3ZgyZQpq166N/v3749KlSzA0NERAQAC2b9/+QZ8XFQyfg05ERERERMVWXFwcEhIS0LVr1xzzunbtiqZNmyI9PR1///03BEHA0aNHpS7uCQkJAIBdu3bh7NmzSE1NxWeffYY1a9YgNDQU9+7dQ+PGjbFo0SK0b98ely9fRpMmTaBUKuHq6goA2L17N5YtW4b58+fj1atXavv38/PDxYsXUbp0ady+fVu64OLm5oaDBw/C2dkZ0dHRaNGiBfz8/FC7dm08e/YMjRo1QnBwMNatWwcDAwPExMQAAP7+++8c27p+/TratGmDNWvW4IsvvsDWrVvxxRdfSPsFgHXr1mHLli1Yv349Xrx4gUaNGqF169Y4evQoMjIycOLEiSL+VEgbeFqSiIiIiIi06tGjRwAAJyenHPOcnJyQlZWF//77L99thIWFwczMDE5OTmjWrJn0CODVq1ejbt26CAoKgp6eHnx8fBAaGopt27ZJ62ZP09fXR4kSJQrU5vbt28PFxQWCIKB+/fpo2rQpoqOjAQA7duyAgYEBpkyZAlNTUxgaGqJ+/fp5bmvDhg0IDAzEl19+CX19fXTo0AF16tTBunXrpGWaNGmCpk2bQqFQoESJEjAwMMDNmzeRlJQEIyMj1K1bt0DtJt3GAp2IqJjI7sZHpEnMGcmBOfv02NjYAACSkpJyzEtKSoKenh6srKzy3YaDg4P0b1NTU6SmpgJ4fYV9586dsLS0lF7z58/Hw4cPpeWzr6QXxpo1a1C1alVYWVnB0tISO3fulE403Lx5Ex4eHgUeJPj27dtwd3dXm1amTBncvn07zzauWLECL168gL+/P8qXL48FCxYU+hhI97BAJ5IJ76MjTVIoFChVqhRzRhrFnJEcmLNPk6enJ9zc3NSuGGdbt24dateuDRMTEwCFfzKOi4sL2rVrh+TkZOmVmpqKgwcPSjkrbN4SExMREhKCGTNm4MGDB0hOTkaLFi2kQefc3NwQHx+f6yB0ue3L2dlZ6qqfLSEhAc7Oznmu5+HhgVWrVuHevXtYtmwZRowYIfUaoI8Xf/MRyYTjMZImiaKI1NRU5ow0ijkjOTBnnyZBEPDDDz8gIiICy5cvR1paGpKTkzF9+nSsX78eM2bMkJbNHqStoLp164aDBw9i06ZNyMjIQEZGBs6ePYvo6Oj3zllaWhpEUYSdnR0UCgV27tyJvXv3SvNbtmyJly9fIiwsDM+ePcOrV69w6NAhAICtrS0UCoXaMXTq1AnR0dH4/fffkZmZic2bN+Pw4cPo3Llznm1YtWoV7t+/D0EQYGlpCYVCAT09vfc6HtIdLNCJZMIvGqRJoiji8ePHzBlpFHNGcmDOPl3t2rXDpk2bEBkZCQcHB7i6uuLgwYM4dOgQPvvsM2m5yZMnY/DgwShZsiSmTZv2zu2WKlUKe/bswZIlS+Do6Ah7e3sMHDgQd+7cee+cVahQAd999x0aNGgAa2trbNiwAV988YU0X6lUYv/+/Th9+jRcXV3h6OiIhQsXAgBMTEwwYcIENG/eHJaWlli7di3Kli2LzZs3Y8KECbCyssKkSZOwZcsWlClTJs827N+/H5UrV4ZSqUSbNm0wc+bMD3o2POkGPmaNSMP4mDWSAx9LRHJgzkgOzBnJgTmjD6HJx6wxjUREREREREQ6gAU6EVExkT14DpEmMWckB+aM5MCckS7S13YDiD4V7D5FmqRQKGBvb6/tZlAxx5yRHJgzkgNzRrqKFQORTDjcA2mSKIpITk5mzkijmDOSA3NGcmDOSFexQCeSCf8AkCbxiwbJgTkjOTBnJAfmjHQVC3QiIiIiIiIiHcACnYiIiIiIiEgHsEAnIiomlEqltptAnwDmjOTAnJEcmDPSRRzFnUgmHMWdNEmhUMDGxkbbzaBijjkjOTBnJAfmjHQVKwYimahUKm03gYoxlUqFR48eMWekUcwZyYE5IzkwZ6SrWKATERUTaWlp2m4CfQKYM5IDc0ZyYM5IF7FAJyIiIiIiItIBvAedSMOyn6/59OlT3odOGqNSqZCamsqckUYxZyQH5ozkwJzRh3j69CmA//+eX5RYoBNp2OPHjwEAbm5uWm4JEREREREVldTUVFhYWBTpNlmgE2mYlZUVACAxMbHI/wcmyvb06VO4uLjg1q1bMDc313ZzqJhizkgOzBnJgTmjDyGKIlJTU+Hk5FTk22aBTqRh2d2mLCws+AeANM7c3Jw5I41jzkgOzBnJgTmj96WpC2+84YKIiIiIiIhIB7BAJyIiIiIiItIBLNCJNMzIyAgTJkyAkZGRtptCxRhzRnJgzkgOzBnJgTkjXSWImhgbnoiIiIiIiIgKhVfQiYiIiIiIiHQAC3QiIiIiIiIiHcACnYiIiIiIiEgHsEAnIiIiIiIi0gEs0Ik0aOHChXB3d4exsTE+++wz/P3339puEn3kDh8+jNatW8PJyQmCIGDr1q1q80VRRFhYGBwdHWFiYoJGjRrh2rVr2mksfZQiIiJQvXp1mJmZwc7ODm3btsXVq1fVlmHO6EMtWrQIlSpVgrm5OczNzREQEIBdu3ZJ85kx0oRp06ZBEAQMGTJEmsaska5hgU6kIRs2bMCwYcMwYcIEnDlzBpUrV0bTpk3x4MEDbTeNPmLPnj1D5cqVsXDhwlznz5gxA/PmzcPixYtx4sQJmJqaomnTpnjx4oXMLaWP1Z9//okBAwbg+PHj2LdvHzIyMtCkSRM8e/ZMWoY5ow/l7OyMadOm4fTp0zh16hQaNGiANm3a4OLFiwCYMSp6J0+exJIlS1CpUiW16cwa6RyRiDSiRo0a4oABA6Sfs7KyRCcnJzEiIkKLraLiBIC4ZcsW6WeVSiU6ODiIM2fOlKYlJyeLRkZG4rp167TQQioOHjx4IAIQ//zzT1EUmTPSnJIlS4rLli1jxqjIpaamiuXKlRP37dsn1qtXT/zmm29EUeTvM9JNvIJOpAGvXr3C6dOn0ahRI2maQqFAo0aNcOzYMS22jIqzGzdu4N69e2q5s7CwwGeffcbc0XtLSUkBAFhZWQFgzqjoZWVlYf369Xj27BkCAgKYMSpyAwYMQMuWLdUyBfD3GekmfW03gKg4evToEbKysmBvb6823d7eHleuXNFSq6i4u3fvHgDkmrvseUSFoVKpMGTIENSuXRs+Pj4AmDMqOufPn0dAQABevHgBpVKJLVu2oEKFCjh69CgAZoyKxvr163HmzBmcPHkyxzz+PiNdxAKdiIiIcjVgwABcuHABf/31l7abQsWQl5cXYmNjkZKSgt9++w0hISH4888/td0sKkZu3bqFb775Bvv27YOxsbG2m0NUIOziTqQBNjY20NPTw/3799Wm379/Hw4ODlpqFRV32dli7qgoDBw4EDt27MChQ4fg7OwsTWfOqKgYGhqibNmy8Pf3R0REBCpXroy5c+cyY1RkTp8+jQcPHqBq1arQ19eHvr4+/vzzT8ybNw/6+vrSlXNmjXQJC3QiDTA0NIS/vz8OHDggTVOpVDhw4AACAgK02DIqzkqXLg0HBwe13D19+hQnTpxg7qjARFHEwIEDsWXLFhw8eBClS5dWm8+ckaaoVCq8fPmSGaMi07BhQ5w/fx6xsbHSq1q1aggODkZsbCzKlCnDrJHOYRd3Ig0ZNmwYQkJCUK1aNdSoUQM//vgjnj17hh49emi7afQRS0tLw/Xr16Wfb9y4gdjYWFhZWcHV1RVDhgzB999/j3LlyqF06dIYP348nJyc0LZtW+01mj4qAwYMwNq1a/H777/DzMxMug/TwsICJiYm0jOEmTP6EGPGjEHz5s3h6uqK1NRUrF27FtHR0dizZw8zRkXGzMxMGj8jm6mpKaytraXpzBrpGhboRBrSqVMnPHz4EGFhYbh37x6qVKmC3bt35xiIhKgwTp06hfr160s/Dxs2DAAQEhKCqKgojBw5Es+ePcP//vc/JCcno06dOti9ezfvvaMCW7RoEQAgMDBQbXpkZCRCQ0MBgDmjD/bgwQN0794dd+/ehYWFBSpVqoQ9e/agcePGAJgxkg+zRrpGEEVR1HYjiIiIiIiIiD51vAediIiIiIiISAewQCciIiIiIiLSASzQiYiIiIiIiHQAC3QiIiIiIiIiHcACnYiIiIiIiEgHsEAnIiIiIiIi0gEs0ImIiIiIiIh0AAt0IiIiIiIiIh3AAp2IiIiIiIhIB7BAJyIiIiIiItIBLNCJiIiIiIiIdAALdCIiIiIiIiIdwAKdiIiIiIiISAewQCciIiIiIiLSASzQiYiIiIiIiHQAC3QiIiIiIiIiHcACnYiIiKiI7d69G1WqVIGxsTEEQUBycrJG9xcdHQ1BEBAdHS1NCw0Nhbu7u0b3qykqlQo+Pj6YMmVKkW2zZs2aGDlyZJFtj4hIE1igExER6bCoqCgIgiC9jI2N4enpiYEDB+L+/fvabt4Hu3TpEiZOnIiEhARtN6XIPH78GEFBQTAxMcHChQuxevVqmJqa5rrs25/vm6/Ro0fL3HLdsW7dOty6dQsDBw6Upt25cwctW7aEubk5KlSogO3bt+dYb/PmzbCzs0NKSkqOeaNGjcLChQtx7949jbadiOhD6Gu7AURERPRukyZNQunSpfHixQv89ddfWLRoEXbu3IkLFy6gRIkS2m7ee7t06RLCw8MRGBj40V7tfdvJkyeRmpqKyZMno1GjRgVaJ/vzfZOPj0+B91m3bl2kp6fD0NCwUG3VVTNnzkTnzp1hYWEhTQsJCcGdO3cwffp0xMTEoGPHjrhy5YqUmxcvXmDEiBH4/vvv1dbL1qZNG5ibm+Onn37CpEmT5DoUIqJCYYFORET0EWjevDmqVasGAOjduzesra0xZ84c/P777+jSpcsHbfv58+cfdZGvax48eAAAsLS0LPA6b36+70OhUMDY2Pi91y+IZ8+e5dkToCidPXsW586dw+zZs6Vp6enpOHjwIKKjo1G3bl307dsXR48exZ49e9CnTx8AwKxZs2BhYYHevXvnul2FQoEOHTpg1apVCA8PhyAIGj8WIqLCYhd3IiKij1CDBg0AADdu3JCm/fLLL/D394eJiQmsrKzQuXNn3Lp1S229wMBA+Pj44PTp06hbty5KlCiBsWPHAnh9BXLixInw9PSEsbExHB0d8eWXXyI+Pl5aX6VS4ccff0TFihVhbGwMe3t79OnTB0+ePFHbj7u7O1q1aoW//voLNWrUgLGxMcqUKYNVq1ZJy0RFRaFjx44AgPr160tdu7Pvo/7999/RsmVLODk5wcjICB4eHpg8eTKysrJyvB8LFy5EmTJlYGJigho1auDIkSMIDAxEYGCg2nIvX77EhAkTULZsWRgZGcHFxQUjR47Ey5cvC/S+//rrr9J7bGNjg6+++gp37txRe39DQkIAANWrV4cgCAgNDS3QtnNz8+ZN9O/fH15eXjAxMYG1tTU6duyY45aA3O5Bf1teyyQkJEAQBERFRUnTQkNDoVQqER8fjxYtWsDMzAzBwcEACp6BU6dOoWnTprCxsYGJiQlKly6Nnj17vvOYt27dCkNDQ9StW1ea9uLFC4iiiJIlSwIABEGApaUlnj9/DuB19/dp06Zh7ty5UCjy/nrbuHFj3Lx5E7Gxse9sBxGRNvAKOhER0Ucou2i2trYGAEyZMgXjx49HUFAQevfujYcPH2L+/PmoW7cuzp49q3Y19/Hjx2jevDk6d+6Mr776Cvb29sjKykKrVq1w4MABdO7cGd988w1SU1Oxb98+XLhwAR4eHgCAPn36ICoqCj169MDgwYNx48YNLFiwAGfPnkVMTAwMDAyk/Vy/fh0dOnRAr169EBISghUrViA0NBT+/v6oWLEi6tati8GDB2PevHkYO3YsvL29AUD6b1RUFJRKJYYNGwalUomDBw8iLCwMT58+xcyZM6X9LFq0CAMHDsTnn3+OoUOHIiEhAW3btkXJkiXh7OwsLadSqfDFF1/gr7/+wv/+9z94e3vj/Pnz+OGHHxAXF4etW7fm+55nH3f16tURERGB+/fvY+7cuYiJiZHe4++++w5eXl74+eefpW7r2e9dflJSUvDo0SO1aTY2Njh58iSOHj2Kzp07w9nZGQkJCVi0aBECAwNx6dIljfZ8yMzMRNOmTVGnTh3MmjVL2ldBMvDgwQM0adIEtra2GD16NCwtLZGQkIDNmze/c79Hjx6Fj4+PWpZKliwJDw8PTJ06FVOnTsXRo0cRGxuL+fPnAwBGjhyJ5s2bqxX1ufH39wcAxMTEwM/P733fGiIizRGJiIhIZ0VGRooAxP3794sPHz4Ub926Ja5fv160trYWTUxMxNu3b4sJCQminp6eOGXKFLV1z58/L+rr66tNr1evnghAXLx4sdqyK1asEAGIc+bMydEGlUoliqIoHjlyRAQgrlmzRm3+7t27c0x3c3MTAYiHDx+Wpj148EA0MjIShw8fLk379ddfRQDioUOHcuz3+fPnOab16dNHLFGihPjixQtRFEXx5cuXorW1tVi9enUxIyNDWi4qKkoEINarV0+atnr1alGhUIhHjhxR2+bixYtFAGJMTEyO/WV79eqVaGdnJ/r4+Ijp6enS9B07dogAxLCwMGla9md28uTJPLf39rK5vfJ6D44dOyYCEFetWiVNO3ToUI73MSQkRHRzc8t3GVEUxRs3bogAxMjISLV1AYijR49WW7agGdiyZUuB34O3OTs7i+3bt88x/cCBA2LJkiWl92fIkCGiKIpiTEyMaGJiIiYkJBRo+4aGhmK/fv0K3S4iIjmwizsREdFHoFGjRrC1tYWLiws6d+4MpVKJLVu2oFSpUti8eTNUKhWCgoLw6NEj6eXg4IBy5crh0KFDatsyMjJCjx491KZt2rQJNjY2GDRoUI59Z9+r++uvv8LCwgKNGzdW24+/vz+USmWO/VSoUAGff/659LOtrS28vLzw77//FuiYTUxMpH+npqbi0aNH+Pzzz/H8+XNcuXIFwOtu1I8fP8bXX38Nff3/7xgYHBwsdYfO9uuvv8Lb2xvly5dXa3/27QJvt/9Np06dwoMHD9C/f3+1e71btmyJ8uXL448//ijQMeVl4cKF2Ldvn9rr7fcgIyMDjx8/RtmyZWFpaYkzZ8580D4Lol+/fmo/FzQD2T02duzYgYyMjELt8/Hjxzk+O+D1bR2JiYk4fvw4EhMT8cMPP0ClUmHw4MEYPnw43NzcsGjRIpQvXx5eXl5YvHhxrtsvWbJkjt4KRES6gl3ciYiIPgILFy6Ep6cn9PX1YW9vDy8vL+le22vXrkEURZQrVy7Xdd/sKgwApUqVyjHad3x8PLy8vNSK3Lddu3YNKSkpsLOzy3V+9uBo2VxdXXMsU7JkyRz3Kufl4sWLGDduHA4ePIinT5+qzct+jNbNmzcBAGXLllWbr6+vn2NU+GvXruHy5cuwtbUtUPvflL0fLy+vHPPKly+Pv/76K/+DeYcaNWrkOkhceno6IiIiEBkZiTt37kAURWlebo8SK0r6+vpqtwgABc9AvXr10L59e4SHh+OHH35AYGAg2rZti65du8LIyOid+37zON+kVCrx2WefST9HRkbi3r17GD16NPbv349vv/0Wv/zyCwRBQNeuXeHl5YX69evn2DYHiCMiXcUCnYiI6COQVwEHvL63WhAE7Nq1C3p6ejnmK5VKtZ/fvCpbGCqVCnZ2dlizZk2u898ufHNrC5B38fWm5ORk1KtXD+bm5pg0aRI8PDxgbGyMM2fOYNSoUVCpVO/Vfl9fX8yZMyfX+S4uLoXepqYNGjQIkZGRGDJkCAICAmBhYQFBENC5c+dCvwd5FaW5DboHvO5p8faAawXNgCAI+O2333D8+HFs374de/bsQc+ePTF79mwcP348RybfZG1tXaCTOE+fPsV3332HWbNmwdTUFOvWrUOHDh3Qtm1bAECHDh2wZs2aHAV6cnIybGxs3rl9IiJtYIFORET0kfPw8IAoiihdujQ8PT3fexsnTpxARkZGjivuby6zf/9+1K5d+72L/LflVTRGR0fj8ePH2Lx5s9rAX2+OWg8Abm5uAF4PSPdmIZaZmYmEhARUqlRJrf3nzp1Dw4YNC30FNXs/V69elbrEZ7t69ao0v6j99ttvCAkJUXvk2IsXL5CcnFzobWV3G3973ezeAQVR2AzUrFkTNWvWxJQpU7B27VoEBwdj/fr1eT4KDXjdI+Htzzk32YPwZY8un5SUpDbwm5OTU47R2u/cuYNXr15JAxESEeka3oNORET0kfvyyy+hp6eH8PDwHFenRVHE48eP37mN9u3b49GjR1iwYEGOednbDAoKQlZWFiZPnpxjmczMzPcqGrOfq/32utlX3988nlevXuGnn35SW65atWqwtrbG0qVLkZmZKU1fs2ZNjquwQUFBuHPnDpYuXZqjHenp6Xj27Fme7axWrRrs7OywePFitUey7dq1C5cvX0bLli3fcaTvR09PL8dnOn/+/DyveufHzc0Nenp6OHz4sNr0t9/T/BQ0A0+ePMnR7ipVqgDAOx9pFxAQgAsXLuS7XFxcHBYsWIC5c+dKJ1vs7e2lsQkA4PLly3BwcFBb7/Tp0wCAWrVq5dsGIiJt4RV0IiKij5yHhwe+//57jBkzRnrEmJmZGW7cuIEtW7bgf//7H0aMGJHvNrp3745Vq1Zh2LBh+Pvvv/H555/j2bNn2L9/P/r37482bdqgXr166NOnDyIiIhAbG4smTZrAwMAA165dw6+//oq5c+eiQ4cOhWp7lSpVoKenh+nTpyMlJQVGRkZo0KABatWqhZIlSyIkJASDBw+GIAhYvXp1jqLP0NAQEydOxKBBg9CgQQMEBQUhISEBUVFR8PDwULtS3q1bN2zcuBF9+/bFoUOHULt2bWRlZeHKlSvYuHEj9uzZk+dtBAYGBpg+fTp69OiBevXqoUuXLtJj1tzd3TF06NBCHXdBtWrVCqtXr4aFhQUqVKiAY8eOYf/+/dLj9QrDwsICHTt2xPz58yEIAjw8PLBjx458771/W0EzsHLlSvz0009o164dPDw8kJqaiqVLl8Lc3BwtWrTIdx9t2rTB5MmT8eeff6JJkya5LjN06FB06tQJNWrUkKZ16NABbdq0wdixYwEA27dvx44dO9TW27dvH1xdXfmINSLSXVoZO56IiIgKpDCP7Nq0aZNYp04d0dTUVDQ1NRXLly8vDhgwQLx69aq0TL169cSKFSvmuv7z58/F7777TixdurRoYGAgOjg4iB06dBDj4+PVlvv5559Ff39/0cTERDQzMxN9fX3FkSNHiklJSdIybm5uYsuWLXPso169emqPPhNFUVy6dKlYpkwZUU9PT+0xYDExMWLNmjVFExMT0cnJSRw5cqS4Z8+eXB8VNm/ePNHNzU00MjISa9SoIcbExIj+/v5is2bN1JZ79eqVOH36dLFixYqikZGRWLJkSdHf318MDw8XU1JS3vUWixs2bBD9/PxEIyMj0crKSgwODhZv376ttsz7PGYtr2WfPHki9ujRQ7SxsRGVSqXYtGlT8cqVK6Kbm5sYEhIiLVeQx6yJoig+fPhQbN++vViiRAmxZMmSYp8+fcQLFy7k+pg1U1PTPNv9rgycOXNG7NKli+jq6ioaGRmJdnZ2YqtWrcRTp0698z0RRVGsVKmS2KtXr1zn/fHHH6JSqVTLW7aIiAjRyclJdHR0FKdPn642LysrS3R0dBTHjRtXoDYQEWmDIIoFGKmFiIiI6COiUqlga2uLL7/8Mtcu7aTbVq9ejQEDBiAxMVF6ZNuH2rp1K7p27Yr4+Hg4OjoWyTaJiIoa70EnIiKij9qLFy9ydH1ftWoV/vvvPwQGBmqnUfRBgoOD4erqioULFxbZNqdPn46BAweyOCcincYr6ERERPRRi46OxtChQ9GxY0dYW1vjzJkzWL58Oby9vXH69Okcz3wnIiLSVRwkjoiIiD5q7u7ucHFxwbx58/Dff//BysoK3bt3x7Rp01icExHRR4VX0ImIiIiIiIh0AO9BJyIiIiIiItIBLNCJiIiIiIiIdAALdCIiIiIiIiIdwAKdiIiIiIiISAewQCciIiIiIiLSASzQiYiIiIiIiHQAC3QiIiIiIiIiHcACnYiIiIiIiEgHsEAnIiIiIiIi0gEs0ImIiIiIiIh0AAt0IiIiIiIiIh3AAp2IiIiIiIhIB7BAJyIiIiIiItIBLNCJiIiIiIiIdMD/Abp6gFI1hfgD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 descr="grap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756" y="890016"/>
            <a:ext cx="6861546" cy="36397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ctrTitle"/>
          </p:nvPr>
        </p:nvSpPr>
        <p:spPr>
          <a:xfrm>
            <a:off x="214280" y="275065"/>
            <a:ext cx="9671824" cy="6021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Calibri"/>
              <a:buNone/>
            </a:pPr>
            <a:r>
              <a:rPr lang="en" sz="3200" b="1" cap="small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</a:t>
            </a:r>
            <a:r>
              <a:rPr lang="en" sz="3200" b="1" cap="small" dirty="0">
                <a:solidFill>
                  <a:schemeClr val="tx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" sz="3200" b="1" cap="small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CONSIDERATIONS</a:t>
            </a:r>
            <a:endParaRPr sz="3200" b="1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8"/>
          <p:cNvSpPr txBox="1">
            <a:spLocks noGrp="1"/>
          </p:cNvSpPr>
          <p:nvPr>
            <p:ph type="subTitle" idx="1"/>
          </p:nvPr>
        </p:nvSpPr>
        <p:spPr>
          <a:xfrm>
            <a:off x="311700" y="1116300"/>
            <a:ext cx="8520600" cy="291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342900" lvl="0" algn="just">
              <a:buClr>
                <a:schemeClr val="dk1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Extracting reliable, structured data from legal PDFs.</a:t>
            </a:r>
          </a:p>
          <a:p>
            <a:pPr marL="342900" lvl="0" algn="just">
              <a:buClr>
                <a:schemeClr val="dk1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Keeping up with updated laws and scheme policies.</a:t>
            </a:r>
          </a:p>
          <a:p>
            <a:pPr marL="342900" lvl="0" algn="just">
              <a:buClr>
                <a:schemeClr val="dk1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Ensuring answer accuracy to avoid misinformation.</a:t>
            </a:r>
          </a:p>
          <a:p>
            <a:pPr marL="342900" lvl="0" algn="just">
              <a:buClr>
                <a:schemeClr val="dk1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Maintaining explainability and user trust in legal recommendations.</a:t>
            </a:r>
          </a:p>
          <a:p>
            <a:pPr marL="342900" lvl="0" algn="just">
              <a:buClr>
                <a:schemeClr val="dk1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Efficiently running LLMs with limited hardware.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  <a:p>
            <a:pPr marL="34290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0000"/>
              <a:buFont typeface="Arial" panose="020B0604020202020204" pitchFamily="34" charset="0"/>
              <a:buChar char="•"/>
            </a:pPr>
            <a:endParaRPr sz="2000" dirty="0">
              <a:solidFill>
                <a:schemeClr val="tx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76" y="0"/>
            <a:ext cx="1104900" cy="10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725A87D6-2729-71CF-0410-139E77C203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479A88B-21EB-37AF-3308-199E615A7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1;p18">
            <a:extLst>
              <a:ext uri="{FF2B5EF4-FFF2-40B4-BE49-F238E27FC236}">
                <a16:creationId xmlns:a16="http://schemas.microsoft.com/office/drawing/2014/main" xmlns="" id="{49686D9C-890D-150E-736A-6BDFAA37B59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07" y="0"/>
            <a:ext cx="1104900" cy="10096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61D27D45-7589-F4E3-6458-9C41C6FEA1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710730053"/>
              </p:ext>
            </p:extLst>
          </p:nvPr>
        </p:nvGraphicFramePr>
        <p:xfrm>
          <a:off x="156117" y="1188070"/>
          <a:ext cx="8824332" cy="3474720"/>
        </p:xfrm>
        <a:graphic>
          <a:graphicData uri="http://schemas.openxmlformats.org/drawingml/2006/table">
            <a:tbl>
              <a:tblPr firstRow="1" bandRow="1">
                <a:tableStyleId>{DBE88E0F-E911-41E4-A247-D723DA742652}</a:tableStyleId>
              </a:tblPr>
              <a:tblGrid>
                <a:gridCol w="669073">
                  <a:extLst>
                    <a:ext uri="{9D8B030D-6E8A-4147-A177-3AD203B41FA5}">
                      <a16:colId xmlns:a16="http://schemas.microsoft.com/office/drawing/2014/main" xmlns="" val="2796755592"/>
                    </a:ext>
                  </a:extLst>
                </a:gridCol>
                <a:gridCol w="2340445">
                  <a:extLst>
                    <a:ext uri="{9D8B030D-6E8A-4147-A177-3AD203B41FA5}">
                      <a16:colId xmlns:a16="http://schemas.microsoft.com/office/drawing/2014/main" xmlns="" val="749524646"/>
                    </a:ext>
                  </a:extLst>
                </a:gridCol>
                <a:gridCol w="1272550">
                  <a:extLst>
                    <a:ext uri="{9D8B030D-6E8A-4147-A177-3AD203B41FA5}">
                      <a16:colId xmlns:a16="http://schemas.microsoft.com/office/drawing/2014/main" xmlns="" val="734958232"/>
                    </a:ext>
                  </a:extLst>
                </a:gridCol>
                <a:gridCol w="1769327">
                  <a:extLst>
                    <a:ext uri="{9D8B030D-6E8A-4147-A177-3AD203B41FA5}">
                      <a16:colId xmlns:a16="http://schemas.microsoft.com/office/drawing/2014/main" xmlns="" val="1898492251"/>
                    </a:ext>
                  </a:extLst>
                </a:gridCol>
                <a:gridCol w="2772937">
                  <a:extLst>
                    <a:ext uri="{9D8B030D-6E8A-4147-A177-3AD203B41FA5}">
                      <a16:colId xmlns:a16="http://schemas.microsoft.com/office/drawing/2014/main" xmlns="" val="2848191471"/>
                    </a:ext>
                  </a:extLst>
                </a:gridCol>
              </a:tblGrid>
              <a:tr h="2916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400" b="1" dirty="0">
                          <a:latin typeface="Times New Roman" pitchFamily="18" charset="0"/>
                          <a:cs typeface="Times New Roman" pitchFamily="18" charset="0"/>
                        </a:rPr>
                        <a:t>Sl.NO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400" b="1" dirty="0">
                          <a:latin typeface="Times New Roman" pitchFamily="18" charset="0"/>
                          <a:cs typeface="Times New Roman" pitchFamily="18" charset="0"/>
                        </a:rPr>
                        <a:t>TITLE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400" b="1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400" b="1" dirty="0">
                          <a:latin typeface="Times New Roman" pitchFamily="18" charset="0"/>
                          <a:cs typeface="Times New Roman" pitchFamily="18" charset="0"/>
                        </a:rPr>
                        <a:t> METHODOLOGY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400" b="1" dirty="0">
                          <a:latin typeface="Times New Roman" pitchFamily="18" charset="0"/>
                          <a:cs typeface="Times New Roman" pitchFamily="18" charset="0"/>
                        </a:rPr>
                        <a:t>INFERENCE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15767423"/>
                  </a:ext>
                </a:extLst>
              </a:tr>
              <a:tr h="134697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b="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Legal Query </a:t>
                      </a: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RAG[1]</a:t>
                      </a:r>
                      <a:endParaRPr lang="en-IN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dirty="0">
                          <a:latin typeface="Times New Roman" pitchFamily="18" charset="0"/>
                          <a:cs typeface="Times New Roman" pitchFamily="18" charset="0"/>
                        </a:rPr>
                        <a:t>Rahman S. M. Wahidur et al.</a:t>
                      </a:r>
                      <a:endParaRPr lang="en-IN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Introduced a domain-adapted RAG framework with recursive feedback, prompt agents, and fine-tuned LLMs.</a:t>
                      </a:r>
                      <a:endParaRPr lang="en-IN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Arial" pitchFamily="34" charset="0"/>
                        <a:buChar char="•"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Reduces hallucination, improves legal answer accuracy.</a:t>
                      </a:r>
                    </a:p>
                    <a:p>
                      <a:pPr marL="0" indent="0">
                        <a:lnSpc>
                          <a:spcPct val="100000"/>
                        </a:lnSpc>
                        <a:buFont typeface="Arial" pitchFamily="34" charset="0"/>
                        <a:buChar char="•"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Lacks human evaluator involvement.</a:t>
                      </a:r>
                      <a:endParaRPr lang="en-IN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89216861"/>
                  </a:ext>
                </a:extLst>
              </a:tr>
              <a:tr h="1720552">
                <a:tc>
                  <a:txBody>
                    <a:bodyPr/>
                    <a:lstStyle/>
                    <a:p>
                      <a:pPr algn="ctr"/>
                      <a:r>
                        <a:rPr lang="en-IN" b="0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Exploring LLM Answering in Entrepreneurship </a:t>
                      </a: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Education[2]</a:t>
                      </a:r>
                      <a:endParaRPr lang="en-IN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 err="1">
                          <a:latin typeface="Times New Roman" pitchFamily="18" charset="0"/>
                          <a:cs typeface="Times New Roman" pitchFamily="18" charset="0"/>
                        </a:rPr>
                        <a:t>Qi</a:t>
                      </a: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 Lang et al</a:t>
                      </a:r>
                      <a:endParaRPr lang="en-IN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Evaluates LLMs in handling interdisciplinary entrepreneurship questions using math/semantic reasoning benchmarks.</a:t>
                      </a:r>
                      <a:endParaRPr lang="en-US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LLMs enhance learning support but struggle with precision in financial/risk questions.</a:t>
                      </a:r>
                    </a:p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Needs model fusion and optimization.</a:t>
                      </a:r>
                      <a:endParaRPr lang="en-IN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8340392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B3BE3BAC-4AB2-B86C-7A4F-7411BF98F8E3}"/>
              </a:ext>
            </a:extLst>
          </p:cNvPr>
          <p:cNvSpPr txBox="1"/>
          <p:nvPr/>
        </p:nvSpPr>
        <p:spPr>
          <a:xfrm>
            <a:off x="1175607" y="157544"/>
            <a:ext cx="6311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DEA6A59-433A-0B74-5A09-D39F117E32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xmlns="" val="2204664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12351F5-C6A2-765C-2419-6E79D9A6B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1;p18">
            <a:extLst>
              <a:ext uri="{FF2B5EF4-FFF2-40B4-BE49-F238E27FC236}">
                <a16:creationId xmlns:a16="http://schemas.microsoft.com/office/drawing/2014/main" xmlns="" id="{386E2182-61FC-E2FA-071B-4FB19BD0F4F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07" y="0"/>
            <a:ext cx="1104900" cy="10096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BB0E5359-2FBE-11B3-A7AD-3A7DD0C9B1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034523381"/>
              </p:ext>
            </p:extLst>
          </p:nvPr>
        </p:nvGraphicFramePr>
        <p:xfrm>
          <a:off x="125637" y="1043290"/>
          <a:ext cx="8690702" cy="3527089"/>
        </p:xfrm>
        <a:graphic>
          <a:graphicData uri="http://schemas.openxmlformats.org/drawingml/2006/table">
            <a:tbl>
              <a:tblPr firstRow="1" bandRow="1">
                <a:tableStyleId>{DBE88E0F-E911-41E4-A247-D723DA742652}</a:tableStyleId>
              </a:tblPr>
              <a:tblGrid>
                <a:gridCol w="658941">
                  <a:extLst>
                    <a:ext uri="{9D8B030D-6E8A-4147-A177-3AD203B41FA5}">
                      <a16:colId xmlns:a16="http://schemas.microsoft.com/office/drawing/2014/main" xmlns="" val="2796755592"/>
                    </a:ext>
                  </a:extLst>
                </a:gridCol>
                <a:gridCol w="2305003">
                  <a:extLst>
                    <a:ext uri="{9D8B030D-6E8A-4147-A177-3AD203B41FA5}">
                      <a16:colId xmlns:a16="http://schemas.microsoft.com/office/drawing/2014/main" xmlns="" val="749524646"/>
                    </a:ext>
                  </a:extLst>
                </a:gridCol>
                <a:gridCol w="1253279">
                  <a:extLst>
                    <a:ext uri="{9D8B030D-6E8A-4147-A177-3AD203B41FA5}">
                      <a16:colId xmlns:a16="http://schemas.microsoft.com/office/drawing/2014/main" xmlns="" val="734958232"/>
                    </a:ext>
                  </a:extLst>
                </a:gridCol>
                <a:gridCol w="1742534">
                  <a:extLst>
                    <a:ext uri="{9D8B030D-6E8A-4147-A177-3AD203B41FA5}">
                      <a16:colId xmlns:a16="http://schemas.microsoft.com/office/drawing/2014/main" xmlns="" val="1898492251"/>
                    </a:ext>
                  </a:extLst>
                </a:gridCol>
                <a:gridCol w="2730945">
                  <a:extLst>
                    <a:ext uri="{9D8B030D-6E8A-4147-A177-3AD203B41FA5}">
                      <a16:colId xmlns:a16="http://schemas.microsoft.com/office/drawing/2014/main" xmlns="" val="2848191471"/>
                    </a:ext>
                  </a:extLst>
                </a:gridCol>
              </a:tblGrid>
              <a:tr h="25308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400" b="1" dirty="0">
                          <a:latin typeface="Times New Roman" pitchFamily="18" charset="0"/>
                          <a:cs typeface="Times New Roman" pitchFamily="18" charset="0"/>
                        </a:rPr>
                        <a:t>Sl.NO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400" b="1" dirty="0">
                          <a:latin typeface="Times New Roman" pitchFamily="18" charset="0"/>
                          <a:cs typeface="Times New Roman" pitchFamily="18" charset="0"/>
                        </a:rPr>
                        <a:t>TITLE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400" b="1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400" b="1" dirty="0">
                          <a:latin typeface="Times New Roman" pitchFamily="18" charset="0"/>
                          <a:cs typeface="Times New Roman" pitchFamily="18" charset="0"/>
                        </a:rPr>
                        <a:t> METHODOLOGY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400" b="1" dirty="0">
                          <a:latin typeface="Times New Roman" pitchFamily="18" charset="0"/>
                          <a:cs typeface="Times New Roman" pitchFamily="18" charset="0"/>
                        </a:rPr>
                        <a:t>INFERENCE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15767423"/>
                  </a:ext>
                </a:extLst>
              </a:tr>
              <a:tr h="20246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b="0" dirty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Predicting the success of startups using a machine learning </a:t>
                      </a: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approach[3]</a:t>
                      </a:r>
                      <a:endParaRPr lang="en-IN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dirty="0" err="1">
                          <a:latin typeface="Times New Roman" pitchFamily="18" charset="0"/>
                          <a:cs typeface="Times New Roman" pitchFamily="18" charset="0"/>
                        </a:rPr>
                        <a:t>Razaghzadeh</a:t>
                      </a: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 </a:t>
                      </a:r>
                      <a:r>
                        <a:rPr lang="en-US" dirty="0" err="1">
                          <a:latin typeface="Times New Roman" pitchFamily="18" charset="0"/>
                          <a:cs typeface="Times New Roman" pitchFamily="18" charset="0"/>
                        </a:rPr>
                        <a:t>Bidgoli</a:t>
                      </a: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 et al.</a:t>
                      </a:r>
                      <a:endParaRPr lang="en-IN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Used machine learning to classify startup success based on features like funding, social media presence, team, plus clustering and SHAP for feature importance analysis.</a:t>
                      </a:r>
                      <a:endParaRPr lang="en-IN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Arial" pitchFamily="34" charset="0"/>
                        <a:buChar char="•"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Random Forest achieved ~82% accuracy; LinkedIn followers, employee counts, Twitter presence, and last raised funding were key predictors.</a:t>
                      </a:r>
                    </a:p>
                    <a:p>
                      <a:pPr marL="0" indent="0">
                        <a:lnSpc>
                          <a:spcPct val="100000"/>
                        </a:lnSpc>
                        <a:buFont typeface="Arial" pitchFamily="34" charset="0"/>
                        <a:buChar char="•"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The model depends heavily on publicly visible variables </a:t>
                      </a:r>
                      <a:endParaRPr lang="en-IN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89216861"/>
                  </a:ext>
                </a:extLst>
              </a:tr>
              <a:tr h="1197637">
                <a:tc>
                  <a:txBody>
                    <a:bodyPr/>
                    <a:lstStyle/>
                    <a:p>
                      <a:pPr algn="ctr"/>
                      <a:r>
                        <a:rPr lang="en-IN" b="0" dirty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Exploring LLMs in Law: A Literature </a:t>
                      </a: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Review[4]</a:t>
                      </a:r>
                      <a:endParaRPr lang="en-IN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0" i="0" u="none" strike="noStrike" cap="none" baseline="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Arial"/>
                          <a:cs typeface="Times New Roman" pitchFamily="18" charset="0"/>
                          <a:sym typeface="Arial"/>
                        </a:rPr>
                        <a:t>Marco </a:t>
                      </a:r>
                      <a:r>
                        <a:rPr lang="en-US" sz="1400" b="0" i="0" u="none" strike="noStrike" cap="none" baseline="0" dirty="0" err="1">
                          <a:solidFill>
                            <a:srgbClr val="000000"/>
                          </a:solidFill>
                          <a:latin typeface="Times New Roman" pitchFamily="18" charset="0"/>
                          <a:ea typeface="Arial"/>
                          <a:cs typeface="Times New Roman" pitchFamily="18" charset="0"/>
                          <a:sym typeface="Arial"/>
                        </a:rPr>
                        <a:t>Siino</a:t>
                      </a:r>
                      <a:r>
                        <a:rPr lang="en-US" sz="1400" b="0" i="0" u="none" strike="noStrike" cap="none" baseline="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Arial"/>
                          <a:cs typeface="Times New Roman" pitchFamily="18" charset="0"/>
                          <a:sym typeface="Arial"/>
                        </a:rPr>
                        <a:t> et al.</a:t>
                      </a:r>
                      <a:endParaRPr lang="en-IN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Surveys existing legal NLP and LLM approaches including QA, summarization, and legal reasoning.</a:t>
                      </a:r>
                      <a:endParaRPr lang="en-US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Shows promising use of LLMs in legal NLP </a:t>
                      </a:r>
                    </a:p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Highlights limitations in </a:t>
                      </a:r>
                      <a:r>
                        <a:rPr lang="en-US" dirty="0" err="1">
                          <a:latin typeface="Times New Roman" pitchFamily="18" charset="0"/>
                          <a:cs typeface="Times New Roman" pitchFamily="18" charset="0"/>
                        </a:rPr>
                        <a:t>explainability</a:t>
                      </a: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 and legal grounding.</a:t>
                      </a:r>
                      <a:endParaRPr lang="en-IN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8340392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CD178C6-97B1-5391-54A5-4FA34E143AB6}"/>
              </a:ext>
            </a:extLst>
          </p:cNvPr>
          <p:cNvSpPr txBox="1"/>
          <p:nvPr/>
        </p:nvSpPr>
        <p:spPr>
          <a:xfrm>
            <a:off x="1175607" y="157544"/>
            <a:ext cx="6311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F575CF2-BF33-BA92-B67F-27E16F0551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xmlns="" val="1222907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A145640-CE2C-63D4-34C5-4462FB6B8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1;p18">
            <a:extLst>
              <a:ext uri="{FF2B5EF4-FFF2-40B4-BE49-F238E27FC236}">
                <a16:creationId xmlns:a16="http://schemas.microsoft.com/office/drawing/2014/main" xmlns="" id="{F69FED88-72A9-9618-26AD-F45A0CEBBFC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07" y="0"/>
            <a:ext cx="1104900" cy="10096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A17C912F-0D89-689A-DD96-B794067B6C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055135839"/>
              </p:ext>
            </p:extLst>
          </p:nvPr>
        </p:nvGraphicFramePr>
        <p:xfrm>
          <a:off x="156117" y="1188070"/>
          <a:ext cx="8824332" cy="1676400"/>
        </p:xfrm>
        <a:graphic>
          <a:graphicData uri="http://schemas.openxmlformats.org/drawingml/2006/table">
            <a:tbl>
              <a:tblPr firstRow="1" bandRow="1">
                <a:tableStyleId>{DBE88E0F-E911-41E4-A247-D723DA742652}</a:tableStyleId>
              </a:tblPr>
              <a:tblGrid>
                <a:gridCol w="669073">
                  <a:extLst>
                    <a:ext uri="{9D8B030D-6E8A-4147-A177-3AD203B41FA5}">
                      <a16:colId xmlns:a16="http://schemas.microsoft.com/office/drawing/2014/main" xmlns="" val="2796755592"/>
                    </a:ext>
                  </a:extLst>
                </a:gridCol>
                <a:gridCol w="2340445">
                  <a:extLst>
                    <a:ext uri="{9D8B030D-6E8A-4147-A177-3AD203B41FA5}">
                      <a16:colId xmlns:a16="http://schemas.microsoft.com/office/drawing/2014/main" xmlns="" val="749524646"/>
                    </a:ext>
                  </a:extLst>
                </a:gridCol>
                <a:gridCol w="1272550">
                  <a:extLst>
                    <a:ext uri="{9D8B030D-6E8A-4147-A177-3AD203B41FA5}">
                      <a16:colId xmlns:a16="http://schemas.microsoft.com/office/drawing/2014/main" xmlns="" val="734958232"/>
                    </a:ext>
                  </a:extLst>
                </a:gridCol>
                <a:gridCol w="1769327">
                  <a:extLst>
                    <a:ext uri="{9D8B030D-6E8A-4147-A177-3AD203B41FA5}">
                      <a16:colId xmlns:a16="http://schemas.microsoft.com/office/drawing/2014/main" xmlns="" val="1898492251"/>
                    </a:ext>
                  </a:extLst>
                </a:gridCol>
                <a:gridCol w="2772937">
                  <a:extLst>
                    <a:ext uri="{9D8B030D-6E8A-4147-A177-3AD203B41FA5}">
                      <a16:colId xmlns:a16="http://schemas.microsoft.com/office/drawing/2014/main" xmlns="" val="2848191471"/>
                    </a:ext>
                  </a:extLst>
                </a:gridCol>
              </a:tblGrid>
              <a:tr h="2916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400" b="1" dirty="0">
                          <a:latin typeface="Times New Roman" pitchFamily="18" charset="0"/>
                          <a:cs typeface="Times New Roman" pitchFamily="18" charset="0"/>
                        </a:rPr>
                        <a:t>Sl.NO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400" b="1" dirty="0">
                          <a:latin typeface="Times New Roman" pitchFamily="18" charset="0"/>
                          <a:cs typeface="Times New Roman" pitchFamily="18" charset="0"/>
                        </a:rPr>
                        <a:t>TITLE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400" b="1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400" b="1" dirty="0">
                          <a:latin typeface="Times New Roman" pitchFamily="18" charset="0"/>
                          <a:cs typeface="Times New Roman" pitchFamily="18" charset="0"/>
                        </a:rPr>
                        <a:t> METHODOLOGY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sz="1400" b="1" dirty="0">
                          <a:latin typeface="Times New Roman" pitchFamily="18" charset="0"/>
                          <a:cs typeface="Times New Roman" pitchFamily="18" charset="0"/>
                        </a:rPr>
                        <a:t>INFERENCE</a:t>
                      </a:r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15767423"/>
                  </a:ext>
                </a:extLst>
              </a:tr>
              <a:tr h="134697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b="0" dirty="0"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Enhancing Legal QA with Data Generation and </a:t>
                      </a:r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Knowledge </a:t>
                      </a:r>
                      <a:r>
                        <a:rPr lang="en-US" smtClean="0">
                          <a:latin typeface="Times New Roman" pitchFamily="18" charset="0"/>
                          <a:cs typeface="Times New Roman" pitchFamily="18" charset="0"/>
                        </a:rPr>
                        <a:t>Distillation[5]</a:t>
                      </a:r>
                      <a:endParaRPr lang="en-IN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it-IT" dirty="0">
                          <a:latin typeface="Times New Roman" pitchFamily="18" charset="0"/>
                          <a:cs typeface="Times New Roman" pitchFamily="18" charset="0"/>
                        </a:rPr>
                        <a:t>Paolo Italiani, Gianluca Moro, Luca Ragazzi</a:t>
                      </a:r>
                      <a:endParaRPr lang="en-IN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Trains a small legal QA model using synthetic data from a frozen LLM and introduces Selective Generative Paradigm.</a:t>
                      </a:r>
                      <a:endParaRPr lang="en-IN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Arial" pitchFamily="34" charset="0"/>
                        <a:buChar char="•"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Achieves LLM-comparable performance with 1200% less CO₂ and no human annotations.</a:t>
                      </a:r>
                    </a:p>
                    <a:p>
                      <a:pPr marL="0" indent="0">
                        <a:lnSpc>
                          <a:spcPct val="100000"/>
                        </a:lnSpc>
                        <a:buFont typeface="Arial" pitchFamily="34" charset="0"/>
                        <a:buChar char="•"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Not scalable beyond current datasets.</a:t>
                      </a:r>
                      <a:endParaRPr lang="en-IN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8921686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A05F185-8094-FEF2-282D-CEA1E20F8EE3}"/>
              </a:ext>
            </a:extLst>
          </p:cNvPr>
          <p:cNvSpPr txBox="1"/>
          <p:nvPr/>
        </p:nvSpPr>
        <p:spPr>
          <a:xfrm>
            <a:off x="1175607" y="157544"/>
            <a:ext cx="6311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DE5BC27-B3A1-8265-E2EE-39003EA84E4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xmlns="" val="3438832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>
            <a:spLocks noGrp="1"/>
          </p:cNvSpPr>
          <p:nvPr>
            <p:ph type="ctrTitle"/>
          </p:nvPr>
        </p:nvSpPr>
        <p:spPr>
          <a:xfrm>
            <a:off x="1165800" y="-203025"/>
            <a:ext cx="7666500" cy="16237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3600" b="1" dirty="0">
                <a:latin typeface="Times New Roman"/>
                <a:ea typeface="Times New Roman"/>
                <a:cs typeface="Times New Roman"/>
                <a:sym typeface="Times New Roman"/>
              </a:rPr>
              <a:t>SYSTEM ARCHITECTURE </a:t>
            </a:r>
            <a:endParaRPr sz="36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36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20"/>
          <p:cNvSpPr txBox="1">
            <a:spLocks noGrp="1"/>
          </p:cNvSpPr>
          <p:nvPr>
            <p:ph type="subTitle" idx="1"/>
          </p:nvPr>
        </p:nvSpPr>
        <p:spPr>
          <a:xfrm>
            <a:off x="311700" y="1623750"/>
            <a:ext cx="8520600" cy="291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</a:t>
            </a:r>
            <a:r>
              <a:rPr lang="en">
                <a:solidFill>
                  <a:schemeClr val="dk1"/>
                </a:solidFill>
              </a:rPr>
              <a:t>  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00" y="7763"/>
            <a:ext cx="1104900" cy="10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0"/>
          <p:cNvSpPr txBox="1"/>
          <p:nvPr/>
        </p:nvSpPr>
        <p:spPr>
          <a:xfrm>
            <a:off x="304800" y="914400"/>
            <a:ext cx="8429400" cy="3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9367FD5E-9B16-9013-8A0D-0F660B38E5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lang="en"/>
          </a:p>
        </p:txBody>
      </p:sp>
      <p:pic>
        <p:nvPicPr>
          <p:cNvPr id="4" name="Picture 3" descr="A diagram of a legal ai backend&#10;&#10;AI-generated content may be incorrect.">
            <a:extLst>
              <a:ext uri="{FF2B5EF4-FFF2-40B4-BE49-F238E27FC236}">
                <a16:creationId xmlns:a16="http://schemas.microsoft.com/office/drawing/2014/main" xmlns="" id="{3F9C5831-195C-57AE-675F-4A3F79B669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736582"/>
            <a:ext cx="6419087" cy="42395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>
            <a:spLocks noGrp="1"/>
          </p:cNvSpPr>
          <p:nvPr>
            <p:ph type="ctrTitle"/>
          </p:nvPr>
        </p:nvSpPr>
        <p:spPr>
          <a:xfrm>
            <a:off x="1165800" y="192287"/>
            <a:ext cx="7666500" cy="65936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00" b="1" dirty="0"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sz="36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21"/>
          <p:cNvSpPr txBox="1">
            <a:spLocks noGrp="1"/>
          </p:cNvSpPr>
          <p:nvPr>
            <p:ph type="subTitle" idx="1"/>
          </p:nvPr>
        </p:nvSpPr>
        <p:spPr>
          <a:xfrm>
            <a:off x="311700" y="1623750"/>
            <a:ext cx="8520600" cy="291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</a:t>
            </a:r>
            <a:r>
              <a:rPr lang="en">
                <a:solidFill>
                  <a:schemeClr val="dk1"/>
                </a:solidFill>
              </a:rPr>
              <a:t>  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39" y="17144"/>
            <a:ext cx="1104900" cy="10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1"/>
          <p:cNvSpPr txBox="1"/>
          <p:nvPr/>
        </p:nvSpPr>
        <p:spPr>
          <a:xfrm>
            <a:off x="311700" y="1010114"/>
            <a:ext cx="8832300" cy="3569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Preprocessing and Embedding Legal Texts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Legal PDFs (e.g., Acts, contracts, scheme guidelines) are parsed and cleaned using OCR and PDF parsers.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Texts are chunked for better retrieval [1].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Each chunk is embedded using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SentenceTransformers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based on legal-tuned models [3].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Startup Success Predictor (ML Model)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Inputs: founder experience, location, sector, funding type.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Uses a trained Random Forest classifier on labeled startup data.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Returns risk score or success probability [4].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0"/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just" rtl="0">
              <a:spcBef>
                <a:spcPts val="1200"/>
              </a:spcBef>
              <a:spcAft>
                <a:spcPts val="1200"/>
              </a:spcAft>
            </a:pPr>
            <a:endParaRPr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478EECB2-A864-931E-2829-21E3F283FA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>
            <a:spLocks noGrp="1"/>
          </p:cNvSpPr>
          <p:nvPr>
            <p:ph type="ctrTitle"/>
          </p:nvPr>
        </p:nvSpPr>
        <p:spPr>
          <a:xfrm>
            <a:off x="1165800" y="192287"/>
            <a:ext cx="7666500" cy="65936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00" b="1" dirty="0"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sz="36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21"/>
          <p:cNvSpPr txBox="1">
            <a:spLocks noGrp="1"/>
          </p:cNvSpPr>
          <p:nvPr>
            <p:ph type="subTitle" idx="1"/>
          </p:nvPr>
        </p:nvSpPr>
        <p:spPr>
          <a:xfrm>
            <a:off x="311700" y="1623750"/>
            <a:ext cx="8520600" cy="291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</a:t>
            </a:r>
            <a:r>
              <a:rPr lang="en">
                <a:solidFill>
                  <a:schemeClr val="dk1"/>
                </a:solidFill>
              </a:rPr>
              <a:t>  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39" y="17144"/>
            <a:ext cx="1104900" cy="10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1"/>
          <p:cNvSpPr txBox="1"/>
          <p:nvPr/>
        </p:nvSpPr>
        <p:spPr>
          <a:xfrm>
            <a:off x="311700" y="1010114"/>
            <a:ext cx="8832300" cy="3569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Scheme Matching with Rule-Based Filtering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Startup details (type, domain, registration status) are matched with central/state schemes.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Uses JSON-based rules and eligibility filters.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Explains benefits, conditions, and links for each matched scheme.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Document Generator 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Auto-generates templates like pitch decks, NDAs,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MoUs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and RTI drafts using LLM prompts.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Output is editable and downloadable (PDF/DOCX).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Templates can be updated based on user input fields (e.g., company name, purpose).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0" algn="just" rtl="0">
              <a:spcBef>
                <a:spcPts val="1200"/>
              </a:spcBef>
              <a:spcAft>
                <a:spcPts val="1200"/>
              </a:spcAft>
            </a:pPr>
            <a:endParaRPr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478EECB2-A864-931E-2829-21E3F283FA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xmlns="" id="{123F2DB5-E662-49B5-E53F-D0A300A26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>
            <a:extLst>
              <a:ext uri="{FF2B5EF4-FFF2-40B4-BE49-F238E27FC236}">
                <a16:creationId xmlns:a16="http://schemas.microsoft.com/office/drawing/2014/main" xmlns="" id="{C906993F-B544-081C-B101-6E2DC842D69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91440" y="171626"/>
            <a:ext cx="7723650" cy="66639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buSzPts val="990"/>
            </a:pPr>
            <a:r>
              <a:rPr lang="e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sz="36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21">
            <a:extLst>
              <a:ext uri="{FF2B5EF4-FFF2-40B4-BE49-F238E27FC236}">
                <a16:creationId xmlns:a16="http://schemas.microsoft.com/office/drawing/2014/main" xmlns="" id="{ED29C1DA-B8BF-0B0E-EFD7-887BD9BFC17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1700" y="1623750"/>
            <a:ext cx="8520600" cy="291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</a:t>
            </a:r>
            <a:r>
              <a:rPr lang="en">
                <a:solidFill>
                  <a:schemeClr val="dk1"/>
                </a:solidFill>
              </a:rPr>
              <a:t>  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5" name="Google Shape;115;p21">
            <a:extLst>
              <a:ext uri="{FF2B5EF4-FFF2-40B4-BE49-F238E27FC236}">
                <a16:creationId xmlns:a16="http://schemas.microsoft.com/office/drawing/2014/main" xmlns="" id="{BD939F20-7028-36FC-9A3C-BC6D207AB0C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" y="0"/>
            <a:ext cx="1104900" cy="10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1">
            <a:extLst>
              <a:ext uri="{FF2B5EF4-FFF2-40B4-BE49-F238E27FC236}">
                <a16:creationId xmlns:a16="http://schemas.microsoft.com/office/drawing/2014/main" xmlns="" id="{F6AC1705-D903-181E-1E4E-31A4543EC901}"/>
              </a:ext>
            </a:extLst>
          </p:cNvPr>
          <p:cNvSpPr txBox="1"/>
          <p:nvPr/>
        </p:nvSpPr>
        <p:spPr>
          <a:xfrm>
            <a:off x="91440" y="1294366"/>
            <a:ext cx="8989255" cy="3240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>
              <a:lnSpc>
                <a:spcPct val="150000"/>
              </a:lnSpc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D1F9217B-DDF0-A70A-4A30-0D0947F625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lang="e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9D32B6CB-F97C-DE05-D02A-08D0DC486255}"/>
              </a:ext>
            </a:extLst>
          </p:cNvPr>
          <p:cNvSpPr txBox="1"/>
          <p:nvPr/>
        </p:nvSpPr>
        <p:spPr>
          <a:xfrm>
            <a:off x="643890" y="1009649"/>
            <a:ext cx="8279773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Legal Q&amp;A Engine: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Accepts user questions.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Retrieves law sections using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ChromaDB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LLM to answer in plain language[1][2].</a:t>
            </a:r>
          </a:p>
          <a:p>
            <a:pPr lvl="0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Legal Document Summarizer: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Accepts PDFs (e.g., Acts, contracts).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and converts into simplified summaries[1][3].</a:t>
            </a:r>
          </a:p>
          <a:p>
            <a:pPr lvl="0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Startup Success Predictor: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Takes inputs like domain, experience, funding, location.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ML model to return risk score / probability[4].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262442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xmlns="" id="{3E12F449-7ECA-C4D6-E4ED-45E403585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>
            <a:extLst>
              <a:ext uri="{FF2B5EF4-FFF2-40B4-BE49-F238E27FC236}">
                <a16:creationId xmlns:a16="http://schemas.microsoft.com/office/drawing/2014/main" xmlns="" id="{126975E0-F38C-C244-3C27-851B3DE73A8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91440" y="171626"/>
            <a:ext cx="7723650" cy="66639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buSzPts val="990"/>
            </a:pPr>
            <a:r>
              <a:rPr lang="e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sz="36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21">
            <a:extLst>
              <a:ext uri="{FF2B5EF4-FFF2-40B4-BE49-F238E27FC236}">
                <a16:creationId xmlns:a16="http://schemas.microsoft.com/office/drawing/2014/main" xmlns="" id="{6859264E-914C-DB9C-C4E4-6ABAC42880D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1700" y="1623750"/>
            <a:ext cx="8520600" cy="291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</a:t>
            </a:r>
            <a:r>
              <a:rPr lang="en">
                <a:solidFill>
                  <a:schemeClr val="dk1"/>
                </a:solidFill>
              </a:rPr>
              <a:t>  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5" name="Google Shape;115;p21">
            <a:extLst>
              <a:ext uri="{FF2B5EF4-FFF2-40B4-BE49-F238E27FC236}">
                <a16:creationId xmlns:a16="http://schemas.microsoft.com/office/drawing/2014/main" xmlns="" id="{AC8A2F84-8F01-3264-AA1D-0DD37408C76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" y="0"/>
            <a:ext cx="1104900" cy="10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1">
            <a:extLst>
              <a:ext uri="{FF2B5EF4-FFF2-40B4-BE49-F238E27FC236}">
                <a16:creationId xmlns:a16="http://schemas.microsoft.com/office/drawing/2014/main" xmlns="" id="{18FC06BC-AF42-315C-1F32-AB0450D5CE57}"/>
              </a:ext>
            </a:extLst>
          </p:cNvPr>
          <p:cNvSpPr txBox="1"/>
          <p:nvPr/>
        </p:nvSpPr>
        <p:spPr>
          <a:xfrm>
            <a:off x="91440" y="1294366"/>
            <a:ext cx="8989255" cy="3240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>
              <a:lnSpc>
                <a:spcPct val="150000"/>
              </a:lnSpc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DD0E6E2-1FC9-20F4-210F-FAB49F1717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 lang="e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B6C2B6EE-DF8A-EAB2-13DF-7AC6C4A1E5DF}"/>
              </a:ext>
            </a:extLst>
          </p:cNvPr>
          <p:cNvSpPr txBox="1"/>
          <p:nvPr/>
        </p:nvSpPr>
        <p:spPr>
          <a:xfrm>
            <a:off x="676724" y="1181276"/>
            <a:ext cx="827977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Scheme Advisor: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Matches user profile with central/state startup schemes[4].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eligibility, application steps, and official links[5].</a:t>
            </a:r>
          </a:p>
          <a:p>
            <a:pPr lvl="0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Business Tips Engine: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Suggests startup strategies: fundraising, hiring, customer discovery, etc [5].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Document Generator: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Auto-generates pitch decks, NDAs, partnership agreements, RTI drafts[1].</a:t>
            </a:r>
          </a:p>
          <a:p>
            <a:pPr lvl="0"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52508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>
            <a:spLocks noGrp="1"/>
          </p:cNvSpPr>
          <p:nvPr>
            <p:ph type="ctrTitle"/>
          </p:nvPr>
        </p:nvSpPr>
        <p:spPr>
          <a:xfrm>
            <a:off x="686250" y="109702"/>
            <a:ext cx="7666500" cy="67613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  <a:endParaRPr sz="268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30" name="Google Shape;130;p23"/>
          <p:cNvSpPr txBox="1">
            <a:spLocks noGrp="1"/>
          </p:cNvSpPr>
          <p:nvPr>
            <p:ph type="subTitle" idx="1"/>
          </p:nvPr>
        </p:nvSpPr>
        <p:spPr>
          <a:xfrm>
            <a:off x="311700" y="1623750"/>
            <a:ext cx="8520600" cy="291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</a:t>
            </a:r>
            <a:r>
              <a:rPr lang="en">
                <a:solidFill>
                  <a:schemeClr val="dk1"/>
                </a:solidFill>
              </a:rPr>
              <a:t>  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1" name="Google Shape;13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60" y="0"/>
            <a:ext cx="1104900" cy="10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3"/>
          <p:cNvSpPr txBox="1"/>
          <p:nvPr/>
        </p:nvSpPr>
        <p:spPr>
          <a:xfrm>
            <a:off x="304800" y="785833"/>
            <a:ext cx="8429400" cy="3748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4F9AC7E4-7B88-159D-8797-73E922A3C98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 lang="e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4AEE8742-91CC-1D58-6B57-6275DCA429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683104910"/>
              </p:ext>
            </p:extLst>
          </p:nvPr>
        </p:nvGraphicFramePr>
        <p:xfrm>
          <a:off x="868101" y="1292999"/>
          <a:ext cx="7302798" cy="3078480"/>
        </p:xfrm>
        <a:graphic>
          <a:graphicData uri="http://schemas.openxmlformats.org/drawingml/2006/table">
            <a:tbl>
              <a:tblPr firstRow="1" bandRow="1">
                <a:tableStyleId>{DBE88E0F-E911-41E4-A247-D723DA742652}</a:tableStyleId>
              </a:tblPr>
              <a:tblGrid>
                <a:gridCol w="3651399">
                  <a:extLst>
                    <a:ext uri="{9D8B030D-6E8A-4147-A177-3AD203B41FA5}">
                      <a16:colId xmlns:a16="http://schemas.microsoft.com/office/drawing/2014/main" xmlns="" val="4281032258"/>
                    </a:ext>
                  </a:extLst>
                </a:gridCol>
                <a:gridCol w="3651399">
                  <a:extLst>
                    <a:ext uri="{9D8B030D-6E8A-4147-A177-3AD203B41FA5}">
                      <a16:colId xmlns:a16="http://schemas.microsoft.com/office/drawing/2014/main" xmlns="" val="19312920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09620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Embeddings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Sentence Transformers.</a:t>
                      </a:r>
                    </a:p>
                    <a:p>
                      <a:pPr algn="just"/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0016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OCR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Tesseract</a:t>
                      </a:r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OCR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PlSQL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Vector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ChromaDB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7640507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HTML,CSS</a:t>
                      </a:r>
                      <a:r>
                        <a:rPr lang="en-US" sz="20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,Javascript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71605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</a:t>
                      </a:r>
                      <a:r>
                        <a:rPr lang="en-IN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Forest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61599841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>
            <a:spLocks noGrp="1"/>
          </p:cNvSpPr>
          <p:nvPr>
            <p:ph type="ctrTitle"/>
          </p:nvPr>
        </p:nvSpPr>
        <p:spPr>
          <a:xfrm>
            <a:off x="1212756" y="263842"/>
            <a:ext cx="7917950" cy="56358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 MAP OF THE PROJECT </a:t>
            </a:r>
            <a:endParaRPr sz="268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38" name="Google Shape;138;p24"/>
          <p:cNvSpPr txBox="1">
            <a:spLocks noGrp="1"/>
          </p:cNvSpPr>
          <p:nvPr>
            <p:ph type="subTitle" idx="1"/>
          </p:nvPr>
        </p:nvSpPr>
        <p:spPr>
          <a:xfrm>
            <a:off x="311700" y="1623750"/>
            <a:ext cx="8520600" cy="291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</a:t>
            </a:r>
            <a:r>
              <a:rPr lang="en">
                <a:solidFill>
                  <a:schemeClr val="dk1"/>
                </a:solidFill>
              </a:rPr>
              <a:t>  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9" name="Google Shape;13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856" y="35281"/>
            <a:ext cx="1104900" cy="10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4"/>
          <p:cNvSpPr txBox="1"/>
          <p:nvPr/>
        </p:nvSpPr>
        <p:spPr>
          <a:xfrm>
            <a:off x="304800" y="914400"/>
            <a:ext cx="8429400" cy="17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47712572-F067-ED96-04CE-F6FC3874643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endParaRPr lang="en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80290" y="1048515"/>
          <a:ext cx="8180829" cy="3742940"/>
        </p:xfrm>
        <a:graphic>
          <a:graphicData uri="http://schemas.openxmlformats.org/drawingml/2006/table">
            <a:tbl>
              <a:tblPr/>
              <a:tblGrid>
                <a:gridCol w="33661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3695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0828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0828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0828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369191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34892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408281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408281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08281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408281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408281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408281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408281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408281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408281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  <a:gridCol w="408281">
                  <a:extLst>
                    <a:ext uri="{9D8B030D-6E8A-4147-A177-3AD203B41FA5}">
                      <a16:colId xmlns:a16="http://schemas.microsoft.com/office/drawing/2014/main" xmlns="" val="20016"/>
                    </a:ext>
                  </a:extLst>
                </a:gridCol>
                <a:gridCol w="381499">
                  <a:extLst>
                    <a:ext uri="{9D8B030D-6E8A-4147-A177-3AD203B41FA5}">
                      <a16:colId xmlns:a16="http://schemas.microsoft.com/office/drawing/2014/main" xmlns="" val="20017"/>
                    </a:ext>
                  </a:extLst>
                </a:gridCol>
              </a:tblGrid>
              <a:tr h="54362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700" b="1" spc="-5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No.</a:t>
                      </a:r>
                      <a:endParaRPr lang="en-US" sz="700" dirty="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700" b="1" spc="-5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TASK NAME</a:t>
                      </a:r>
                      <a:endParaRPr lang="en-US" sz="7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700" b="1" spc="-5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JULY 01</a:t>
                      </a:r>
                      <a:r>
                        <a:rPr lang="en-GB" sz="700" b="1" spc="-50" baseline="3000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ST</a:t>
                      </a:r>
                      <a:r>
                        <a:rPr lang="en-GB" sz="700" b="1" spc="-5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-15</a:t>
                      </a:r>
                      <a:r>
                        <a:rPr lang="en-GB" sz="700" b="1" spc="-50" baseline="3000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TH</a:t>
                      </a:r>
                      <a:r>
                        <a:rPr lang="en-GB" sz="700" b="1" spc="-5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endParaRPr lang="en-US" sz="7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3422" marR="43422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700" b="1" spc="-5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JULY 16</a:t>
                      </a:r>
                      <a:r>
                        <a:rPr lang="en-GB" sz="700" b="1" spc="-50" baseline="3000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TH</a:t>
                      </a:r>
                      <a:r>
                        <a:rPr lang="en-GB" sz="700" b="1" spc="-5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-31</a:t>
                      </a:r>
                      <a:r>
                        <a:rPr lang="en-GB" sz="700" b="1" spc="-50" baseline="3000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ST</a:t>
                      </a:r>
                      <a:r>
                        <a:rPr lang="en-GB" sz="700" b="1" spc="-5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endParaRPr lang="en-US" sz="7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3422" marR="43422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700" b="1" spc="-5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AUG 1</a:t>
                      </a:r>
                      <a:r>
                        <a:rPr lang="en-GB" sz="700" b="1" spc="-50" baseline="3000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ST</a:t>
                      </a:r>
                      <a:r>
                        <a:rPr lang="en-GB" sz="700" b="1" spc="-5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-15</a:t>
                      </a:r>
                      <a:r>
                        <a:rPr lang="en-GB" sz="700" b="1" spc="-50" baseline="3000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TH</a:t>
                      </a:r>
                      <a:r>
                        <a:rPr lang="en-GB" sz="700" b="1" spc="-5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endParaRPr lang="en-US" sz="7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3422" marR="43422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700" b="1" spc="-5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AUG 16</a:t>
                      </a:r>
                      <a:r>
                        <a:rPr lang="en-GB" sz="700" b="1" spc="-50" baseline="3000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TH</a:t>
                      </a:r>
                      <a:r>
                        <a:rPr lang="en-GB" sz="700" b="1" spc="-5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-31</a:t>
                      </a:r>
                      <a:r>
                        <a:rPr lang="en-GB" sz="700" b="1" spc="-50" baseline="3000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ST</a:t>
                      </a:r>
                      <a:r>
                        <a:rPr lang="en-GB" sz="700" b="1" spc="-5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endParaRPr lang="en-US" sz="7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3422" marR="43422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700" b="1" spc="-5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SEPT 1</a:t>
                      </a:r>
                      <a:r>
                        <a:rPr lang="en-GB" sz="700" b="1" spc="-50" baseline="3000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ST</a:t>
                      </a:r>
                      <a:r>
                        <a:rPr lang="en-GB" sz="700" b="1" spc="-5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-15</a:t>
                      </a:r>
                      <a:r>
                        <a:rPr lang="en-GB" sz="700" b="1" spc="-50" baseline="3000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TH</a:t>
                      </a:r>
                      <a:r>
                        <a:rPr lang="en-GB" sz="700" b="1" spc="-5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endParaRPr lang="en-US" sz="7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3422" marR="43422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700" b="1" spc="-5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SEPT 16</a:t>
                      </a:r>
                      <a:r>
                        <a:rPr lang="en-GB" sz="700" b="1" spc="-50" baseline="3000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TH</a:t>
                      </a:r>
                      <a:r>
                        <a:rPr lang="en-GB" sz="700" b="1" spc="-5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-30</a:t>
                      </a:r>
                      <a:r>
                        <a:rPr lang="en-GB" sz="700" b="1" spc="-50" baseline="3000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TH</a:t>
                      </a:r>
                      <a:r>
                        <a:rPr lang="en-GB" sz="700" b="1" spc="-5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endParaRPr lang="en-US" sz="7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3422" marR="43422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700" b="1" spc="-5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OCT 1</a:t>
                      </a:r>
                      <a:r>
                        <a:rPr lang="en-GB" sz="700" b="1" spc="-50" baseline="3000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ST</a:t>
                      </a:r>
                      <a:r>
                        <a:rPr lang="en-GB" sz="700" b="1" spc="-5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-15</a:t>
                      </a:r>
                      <a:r>
                        <a:rPr lang="en-GB" sz="700" b="1" spc="-50" baseline="3000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TH</a:t>
                      </a:r>
                      <a:r>
                        <a:rPr lang="en-GB" sz="700" b="1" spc="-5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endParaRPr lang="en-US" sz="7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3422" marR="43422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700" b="1" spc="-5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OCT 16</a:t>
                      </a:r>
                      <a:r>
                        <a:rPr lang="en-GB" sz="700" b="1" spc="-50" baseline="3000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TH</a:t>
                      </a:r>
                      <a:r>
                        <a:rPr lang="en-GB" sz="700" b="1" spc="-5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-31</a:t>
                      </a:r>
                      <a:r>
                        <a:rPr lang="en-GB" sz="700" b="1" spc="-50" baseline="3000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ST</a:t>
                      </a:r>
                      <a:r>
                        <a:rPr lang="en-GB" sz="700" b="1" spc="-5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endParaRPr lang="en-US" sz="7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3422" marR="43422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700" b="1" spc="-5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NOV 1</a:t>
                      </a:r>
                      <a:r>
                        <a:rPr lang="en-GB" sz="700" b="1" spc="-50" baseline="3000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ST</a:t>
                      </a:r>
                      <a:r>
                        <a:rPr lang="en-GB" sz="700" b="1" spc="-5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-15</a:t>
                      </a:r>
                      <a:r>
                        <a:rPr lang="en-GB" sz="700" b="1" spc="-50" baseline="3000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TH</a:t>
                      </a:r>
                      <a:r>
                        <a:rPr lang="en-GB" sz="700" b="1" spc="-5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endParaRPr lang="en-US" sz="7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3422" marR="43422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700" b="1" spc="-5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NOV 16</a:t>
                      </a:r>
                      <a:r>
                        <a:rPr lang="en-GB" sz="700" b="1" spc="-50" baseline="3000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TH</a:t>
                      </a:r>
                      <a:r>
                        <a:rPr lang="en-GB" sz="700" b="1" spc="-5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-30</a:t>
                      </a:r>
                      <a:r>
                        <a:rPr lang="en-GB" sz="700" b="1" spc="-50" baseline="3000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TH</a:t>
                      </a:r>
                      <a:r>
                        <a:rPr lang="en-GB" sz="700" b="1" spc="-5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endParaRPr lang="en-US" sz="7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3422" marR="43422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700" b="1" spc="-5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DEC 1</a:t>
                      </a:r>
                      <a:r>
                        <a:rPr lang="en-GB" sz="700" b="1" spc="-50" baseline="3000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ST</a:t>
                      </a:r>
                      <a:r>
                        <a:rPr lang="en-GB" sz="700" b="1" spc="-5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-15</a:t>
                      </a:r>
                      <a:r>
                        <a:rPr lang="en-GB" sz="700" b="1" spc="-50" baseline="3000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TH</a:t>
                      </a:r>
                      <a:r>
                        <a:rPr lang="en-GB" sz="700" b="1" spc="-5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endParaRPr lang="en-US" sz="7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3422" marR="43422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700" b="1" spc="-5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DEC 16</a:t>
                      </a:r>
                      <a:r>
                        <a:rPr lang="en-GB" sz="700" b="1" spc="-50" baseline="3000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TH</a:t>
                      </a:r>
                      <a:r>
                        <a:rPr lang="en-GB" sz="700" b="1" spc="-5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-31</a:t>
                      </a:r>
                      <a:r>
                        <a:rPr lang="en-GB" sz="700" b="1" spc="-50" baseline="3000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ST</a:t>
                      </a:r>
                      <a:r>
                        <a:rPr lang="en-GB" sz="700" b="1" spc="-5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endParaRPr lang="en-US" sz="7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3422" marR="43422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700" b="1" spc="-5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JAN 1</a:t>
                      </a:r>
                      <a:r>
                        <a:rPr lang="en-GB" sz="700" b="1" spc="-50" baseline="3000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ST</a:t>
                      </a:r>
                      <a:r>
                        <a:rPr lang="en-GB" sz="700" b="1" spc="-5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-15</a:t>
                      </a:r>
                      <a:r>
                        <a:rPr lang="en-GB" sz="700" b="1" spc="-50" baseline="3000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TH</a:t>
                      </a:r>
                      <a:r>
                        <a:rPr lang="en-GB" sz="700" b="1" spc="-5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endParaRPr lang="en-US" sz="7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3422" marR="43422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700" b="1" spc="-5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JAN 16</a:t>
                      </a:r>
                      <a:r>
                        <a:rPr lang="en-GB" sz="700" b="1" spc="-50" baseline="3000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TH</a:t>
                      </a:r>
                      <a:r>
                        <a:rPr lang="en-GB" sz="700" b="1" spc="-5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-31</a:t>
                      </a:r>
                      <a:r>
                        <a:rPr lang="en-GB" sz="700" b="1" spc="-50" baseline="3000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ST</a:t>
                      </a:r>
                      <a:r>
                        <a:rPr lang="en-GB" sz="700" b="1" spc="-5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endParaRPr lang="en-US" sz="7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3422" marR="43422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700" b="1" spc="-5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FEB 1</a:t>
                      </a:r>
                      <a:r>
                        <a:rPr lang="en-GB" sz="700" b="1" spc="-50" baseline="3000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ST</a:t>
                      </a:r>
                      <a:r>
                        <a:rPr lang="en-GB" sz="700" b="1" spc="-5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-15</a:t>
                      </a:r>
                      <a:r>
                        <a:rPr lang="en-GB" sz="700" b="1" spc="-50" baseline="3000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TH</a:t>
                      </a:r>
                      <a:r>
                        <a:rPr lang="en-GB" sz="700" b="1" spc="-5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endParaRPr lang="en-US" sz="7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3422" marR="43422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700" b="1" spc="-5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FEB 16</a:t>
                      </a:r>
                      <a:r>
                        <a:rPr lang="en-GB" sz="700" b="1" spc="-50" baseline="3000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TH</a:t>
                      </a:r>
                      <a:r>
                        <a:rPr lang="en-GB" sz="700" b="1" spc="-5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– 28</a:t>
                      </a:r>
                      <a:r>
                        <a:rPr lang="en-GB" sz="700" b="1" spc="-50" baseline="3000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TH</a:t>
                      </a:r>
                      <a:r>
                        <a:rPr lang="en-GB" sz="700" b="1" spc="-5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endParaRPr lang="en-US" sz="700"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3422" marR="43422" marT="0" marB="0" vert="vert27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8413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700" b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1</a:t>
                      </a: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700" b="1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Problem Identification and Title Selection</a:t>
                      </a:r>
                      <a:endParaRPr lang="en-US" sz="7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725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700" b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2</a:t>
                      </a: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700" b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Literature Survey and Research</a:t>
                      </a: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88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700" b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3</a:t>
                      </a: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700" b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Problem Statement Refinement and Topic Finalization</a:t>
                      </a: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9846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700" b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4</a:t>
                      </a: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700" b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Designing</a:t>
                      </a: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8413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700" b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5</a:t>
                      </a: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700" b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Legal Data Collection &amp; Preprocessing</a:t>
                      </a: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6825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700" b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6</a:t>
                      </a: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700" b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Embedding + Retrieval System+LLM Promt Generator And Q&amp;A Integration</a:t>
                      </a: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735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700" b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7</a:t>
                      </a: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700" b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Legal Document Summarizer &amp; Start Up Success Predictor &amp; Govt Scheme Matcher </a:t>
                      </a: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9846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700" b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8</a:t>
                      </a: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700" b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Integration and Testing</a:t>
                      </a: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788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700" b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9</a:t>
                      </a: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700" b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Preparation for Journal / Conference Publication</a:t>
                      </a: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0738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700" b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10</a:t>
                      </a: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700" b="1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Documentation</a:t>
                      </a: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43422" marR="4342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>
            <a:spLocks noGrp="1"/>
          </p:cNvSpPr>
          <p:nvPr>
            <p:ph type="ctrTitle"/>
          </p:nvPr>
        </p:nvSpPr>
        <p:spPr>
          <a:xfrm>
            <a:off x="1179039" y="27990"/>
            <a:ext cx="8325871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REFERENCES</a:t>
            </a:r>
            <a:r>
              <a:rPr lang="e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268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46" name="Google Shape;146;p25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</a:t>
            </a:r>
            <a:r>
              <a:rPr lang="en">
                <a:solidFill>
                  <a:schemeClr val="dk1"/>
                </a:solidFill>
              </a:rPr>
              <a:t>  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BDC13875-6E49-9688-D482-5E16C817CE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18</a:t>
            </a:fld>
            <a:endParaRPr lang="en"/>
          </a:p>
        </p:txBody>
      </p:sp>
      <p:pic>
        <p:nvPicPr>
          <p:cNvPr id="147" name="Google Shape;14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39" y="11843"/>
            <a:ext cx="1104900" cy="10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472440" y="1211580"/>
            <a:ext cx="79400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63880" y="1203960"/>
            <a:ext cx="81153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[1]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R. S. M.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Wahidur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S. Kim, H.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Choi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D. S.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Bhatti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H. -N. Lee, "Legal Query RAG," in 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IEEE Access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vol. 13, pp. 36978-36994, 2025,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doi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10.1109/ACCESS.2025.3542125.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[2]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Italiani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P., Moro, G. &amp;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Ragazzi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L. Enhancing legal question answering with data generation and knowledge distillation from large language models. </a:t>
            </a:r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Artif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Intell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Law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(2025). https://doi.org/10.1007/s10506-025-09463-9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[3]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M.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Siino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M.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Falco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D. Croce and P.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Rosso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"Exploring LLMs Applications in Law: A Literature Review on Current Legal NLP Approaches," in 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IEEE Access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vol. 13, pp. 18253-18276, 2025,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doi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10.1109/ACCESS.2025.3533217.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[4]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Razaghzadeh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Bidgoli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M.,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Raeesi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Vanani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I. &amp;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Goodarzi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M. Predicting the success of startups using a machine learning approach. 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J </a:t>
            </a:r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Innov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Entrep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13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80 (2024). </a:t>
            </a:r>
            <a:r>
              <a:rPr lang="en-US" dirty="0">
                <a:latin typeface="Times New Roman" pitchFamily="18" charset="0"/>
                <a:cs typeface="Times New Roman" pitchFamily="18" charset="0"/>
                <a:hlinkClick r:id="rId4"/>
              </a:rPr>
              <a:t>https://doi.org/10.1186/s13731-024-00436-x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xmlns="" id="{8DD17DE0-A4A9-1326-5977-0E85F5582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>
            <a:extLst>
              <a:ext uri="{FF2B5EF4-FFF2-40B4-BE49-F238E27FC236}">
                <a16:creationId xmlns:a16="http://schemas.microsoft.com/office/drawing/2014/main" xmlns="" id="{7260676A-B6F5-329C-2F11-05D9B92310B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179039" y="27990"/>
            <a:ext cx="8325871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REFERENCES</a:t>
            </a:r>
            <a:r>
              <a:rPr lang="e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268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46" name="Google Shape;146;p25">
            <a:extLst>
              <a:ext uri="{FF2B5EF4-FFF2-40B4-BE49-F238E27FC236}">
                <a16:creationId xmlns:a16="http://schemas.microsoft.com/office/drawing/2014/main" xmlns="" id="{7E4E73B0-9F57-6C72-69F4-9C720F47372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</a:t>
            </a:r>
            <a:r>
              <a:rPr lang="en">
                <a:solidFill>
                  <a:schemeClr val="dk1"/>
                </a:solidFill>
              </a:rPr>
              <a:t>  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9CE6C4F2-97A9-E4B5-1327-47039AAC84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19</a:t>
            </a:fld>
            <a:endParaRPr lang="en"/>
          </a:p>
        </p:txBody>
      </p:sp>
      <p:pic>
        <p:nvPicPr>
          <p:cNvPr id="147" name="Google Shape;147;p25">
            <a:extLst>
              <a:ext uri="{FF2B5EF4-FFF2-40B4-BE49-F238E27FC236}">
                <a16:creationId xmlns:a16="http://schemas.microsoft.com/office/drawing/2014/main" xmlns="" id="{E455E2D8-14CE-5156-3DBD-9FB93B70627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39" y="11843"/>
            <a:ext cx="1104900" cy="10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594360" y="1211580"/>
            <a:ext cx="81915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[5]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Q. Lang, S. J.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Tian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M. Wang, and J. N. Wang, “Exploring the Answering Capability of Large Language Models in Addressing Complex Knowledge in Entrepreneurship Education,” 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IEEE Transactions on Learning Technologies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17 (2024): 2107–2116.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65504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1771</TotalTime>
  <Words>1349</Words>
  <Application>Microsoft Office PowerPoint</Application>
  <PresentationFormat>On-screen Show (16:9)</PresentationFormat>
  <Paragraphs>242</Paragraphs>
  <Slides>19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Simple Light</vt:lpstr>
      <vt:lpstr>Slide 1</vt:lpstr>
      <vt:lpstr>       CONTENTS</vt:lpstr>
      <vt:lpstr>  INTRODUCTION </vt:lpstr>
      <vt:lpstr>OBJECTIVE OF THE PROJECT </vt:lpstr>
      <vt:lpstr>MOTIVATION OF THE PROJECT </vt:lpstr>
      <vt:lpstr>MOTIVATION OF THE PROJECT </vt:lpstr>
      <vt:lpstr>CHALLENGES AND CONSIDERATIONS</vt:lpstr>
      <vt:lpstr>Slide 8</vt:lpstr>
      <vt:lpstr>Slide 9</vt:lpstr>
      <vt:lpstr>Slide 10</vt:lpstr>
      <vt:lpstr>SYSTEM ARCHITECTURE  </vt:lpstr>
      <vt:lpstr>METHODOLOGY</vt:lpstr>
      <vt:lpstr>METHODOLOGY</vt:lpstr>
      <vt:lpstr>MODULE DESCRIPTION</vt:lpstr>
      <vt:lpstr>MODULE DESCRIPTION</vt:lpstr>
      <vt:lpstr>IMPLEMENTATION DETAILS</vt:lpstr>
      <vt:lpstr>ROAD MAP OF THE PROJECT </vt:lpstr>
      <vt:lpstr>REFERENCES </vt:lpstr>
      <vt:lpstr>REFERENCES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SWETHA .</dc:creator>
  <cp:lastModifiedBy>HP</cp:lastModifiedBy>
  <cp:revision>41</cp:revision>
  <dcterms:modified xsi:type="dcterms:W3CDTF">2025-08-11T08:29:08Z</dcterms:modified>
</cp:coreProperties>
</file>